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256" r:id="rId2"/>
  </p:sldIdLst>
  <p:sldSz cx="36576000" cy="27432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8640" userDrawn="1">
          <p15:clr>
            <a:srgbClr val="A4A3A4"/>
          </p15:clr>
        </p15:guide>
        <p15:guide id="2" pos="115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27"/>
    <p:restoredTop sz="94710"/>
  </p:normalViewPr>
  <p:slideViewPr>
    <p:cSldViewPr snapToGrid="0">
      <p:cViewPr>
        <p:scale>
          <a:sx n="57" d="100"/>
          <a:sy n="57" d="100"/>
        </p:scale>
        <p:origin x="160" y="144"/>
      </p:cViewPr>
      <p:guideLst>
        <p:guide orient="horz" pos="8640"/>
        <p:guide pos="115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3a43dcad26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g23a43dcad26_1_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3"/>
          <p:cNvSpPr txBox="1">
            <a:spLocks noGrp="1"/>
          </p:cNvSpPr>
          <p:nvPr>
            <p:ph type="ctrTitle"/>
          </p:nvPr>
        </p:nvSpPr>
        <p:spPr>
          <a:xfrm>
            <a:off x="2743200" y="8521702"/>
            <a:ext cx="31089600" cy="58801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ubTitle" idx="1"/>
          </p:nvPr>
        </p:nvSpPr>
        <p:spPr>
          <a:xfrm>
            <a:off x="5486400" y="15544800"/>
            <a:ext cx="25603200" cy="7010400"/>
          </a:xfrm>
          <a:prstGeom prst="rect">
            <a:avLst/>
          </a:prstGeom>
          <a:noFill/>
          <a:ln>
            <a:noFill/>
          </a:ln>
        </p:spPr>
        <p:txBody>
          <a:bodyPr spcFirstLastPara="1" wrap="square" lIns="438900" tIns="219450" rIns="438900" bIns="219450" anchor="t" anchorCtr="0">
            <a:normAutofit/>
          </a:bodyPr>
          <a:lstStyle>
            <a:lvl1pPr lvl="0" algn="ctr">
              <a:spcBef>
                <a:spcPts val="2567"/>
              </a:spcBef>
              <a:spcAft>
                <a:spcPts val="0"/>
              </a:spcAft>
              <a:buClr>
                <a:srgbClr val="888888"/>
              </a:buClr>
              <a:buSzPts val="15400"/>
              <a:buNone/>
              <a:defRPr>
                <a:solidFill>
                  <a:srgbClr val="888888"/>
                </a:solidFill>
              </a:defRPr>
            </a:lvl1pPr>
            <a:lvl2pPr lvl="1" algn="ctr">
              <a:spcBef>
                <a:spcPts val="2233"/>
              </a:spcBef>
              <a:spcAft>
                <a:spcPts val="0"/>
              </a:spcAft>
              <a:buClr>
                <a:srgbClr val="888888"/>
              </a:buClr>
              <a:buSzPts val="13400"/>
              <a:buNone/>
              <a:defRPr>
                <a:solidFill>
                  <a:srgbClr val="888888"/>
                </a:solidFill>
              </a:defRPr>
            </a:lvl2pPr>
            <a:lvl3pPr lvl="2" algn="ctr">
              <a:spcBef>
                <a:spcPts val="1917"/>
              </a:spcBef>
              <a:spcAft>
                <a:spcPts val="0"/>
              </a:spcAft>
              <a:buClr>
                <a:srgbClr val="888888"/>
              </a:buClr>
              <a:buSzPts val="11500"/>
              <a:buNone/>
              <a:defRPr>
                <a:solidFill>
                  <a:srgbClr val="888888"/>
                </a:solidFill>
              </a:defRPr>
            </a:lvl3pPr>
            <a:lvl4pPr lvl="3" algn="ctr">
              <a:spcBef>
                <a:spcPts val="1600"/>
              </a:spcBef>
              <a:spcAft>
                <a:spcPts val="0"/>
              </a:spcAft>
              <a:buClr>
                <a:srgbClr val="888888"/>
              </a:buClr>
              <a:buSzPts val="9600"/>
              <a:buNone/>
              <a:defRPr>
                <a:solidFill>
                  <a:srgbClr val="888888"/>
                </a:solidFill>
              </a:defRPr>
            </a:lvl4pPr>
            <a:lvl5pPr lvl="4" algn="ctr">
              <a:spcBef>
                <a:spcPts val="1600"/>
              </a:spcBef>
              <a:spcAft>
                <a:spcPts val="0"/>
              </a:spcAft>
              <a:buClr>
                <a:srgbClr val="888888"/>
              </a:buClr>
              <a:buSzPts val="9600"/>
              <a:buNone/>
              <a:defRPr>
                <a:solidFill>
                  <a:srgbClr val="888888"/>
                </a:solidFill>
              </a:defRPr>
            </a:lvl5pPr>
            <a:lvl6pPr lvl="5" algn="ctr">
              <a:spcBef>
                <a:spcPts val="1600"/>
              </a:spcBef>
              <a:spcAft>
                <a:spcPts val="0"/>
              </a:spcAft>
              <a:buClr>
                <a:srgbClr val="888888"/>
              </a:buClr>
              <a:buSzPts val="9600"/>
              <a:buNone/>
              <a:defRPr>
                <a:solidFill>
                  <a:srgbClr val="888888"/>
                </a:solidFill>
              </a:defRPr>
            </a:lvl6pPr>
            <a:lvl7pPr lvl="6" algn="ctr">
              <a:spcBef>
                <a:spcPts val="1600"/>
              </a:spcBef>
              <a:spcAft>
                <a:spcPts val="0"/>
              </a:spcAft>
              <a:buClr>
                <a:srgbClr val="888888"/>
              </a:buClr>
              <a:buSzPts val="9600"/>
              <a:buNone/>
              <a:defRPr>
                <a:solidFill>
                  <a:srgbClr val="888888"/>
                </a:solidFill>
              </a:defRPr>
            </a:lvl7pPr>
            <a:lvl8pPr lvl="7" algn="ctr">
              <a:spcBef>
                <a:spcPts val="1600"/>
              </a:spcBef>
              <a:spcAft>
                <a:spcPts val="0"/>
              </a:spcAft>
              <a:buClr>
                <a:srgbClr val="888888"/>
              </a:buClr>
              <a:buSzPts val="9600"/>
              <a:buNone/>
              <a:defRPr>
                <a:solidFill>
                  <a:srgbClr val="888888"/>
                </a:solidFill>
              </a:defRPr>
            </a:lvl8pPr>
            <a:lvl9pPr lvl="8" algn="ctr">
              <a:spcBef>
                <a:spcPts val="1600"/>
              </a:spcBef>
              <a:spcAft>
                <a:spcPts val="0"/>
              </a:spcAft>
              <a:buClr>
                <a:srgbClr val="888888"/>
              </a:buClr>
              <a:buSzPts val="9600"/>
              <a:buNone/>
              <a:defRPr>
                <a:solidFill>
                  <a:srgbClr val="888888"/>
                </a:solidFill>
              </a:defRPr>
            </a:lvl9pPr>
          </a:lstStyle>
          <a:p>
            <a:endParaRPr/>
          </a:p>
        </p:txBody>
      </p:sp>
      <p:sp>
        <p:nvSpPr>
          <p:cNvPr id="22" name="Google Shape;22;p3"/>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1828800" y="6400802"/>
            <a:ext cx="32918400" cy="18103852"/>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28" name="Google Shape;28;p4"/>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2889252" y="17627602"/>
            <a:ext cx="31089600" cy="544830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alibri"/>
              <a:buNone/>
              <a:defRPr sz="15999"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2889252" y="11626854"/>
            <a:ext cx="31089600" cy="6000748"/>
          </a:xfrm>
          <a:prstGeom prst="rect">
            <a:avLst/>
          </a:prstGeom>
          <a:noFill/>
          <a:ln>
            <a:noFill/>
          </a:ln>
        </p:spPr>
        <p:txBody>
          <a:bodyPr spcFirstLastPara="1" wrap="square" lIns="438900" tIns="219450" rIns="438900" bIns="219450" anchor="b" anchorCtr="0">
            <a:normAutofit/>
          </a:bodyPr>
          <a:lstStyle>
            <a:lvl1pPr marL="380985" lvl="0" indent="-190492" algn="l">
              <a:spcBef>
                <a:spcPts val="1600"/>
              </a:spcBef>
              <a:spcAft>
                <a:spcPts val="0"/>
              </a:spcAft>
              <a:buClr>
                <a:srgbClr val="888888"/>
              </a:buClr>
              <a:buSzPts val="9600"/>
              <a:buNone/>
              <a:defRPr sz="8000">
                <a:solidFill>
                  <a:srgbClr val="888888"/>
                </a:solidFill>
              </a:defRPr>
            </a:lvl1pPr>
            <a:lvl2pPr marL="761970" lvl="1" indent="-190492" algn="l">
              <a:spcBef>
                <a:spcPts val="1433"/>
              </a:spcBef>
              <a:spcAft>
                <a:spcPts val="0"/>
              </a:spcAft>
              <a:buClr>
                <a:srgbClr val="888888"/>
              </a:buClr>
              <a:buSzPts val="8600"/>
              <a:buNone/>
              <a:defRPr sz="7166">
                <a:solidFill>
                  <a:srgbClr val="888888"/>
                </a:solidFill>
              </a:defRPr>
            </a:lvl2pPr>
            <a:lvl3pPr marL="1142954" lvl="2" indent="-190492" algn="l">
              <a:spcBef>
                <a:spcPts val="1283"/>
              </a:spcBef>
              <a:spcAft>
                <a:spcPts val="0"/>
              </a:spcAft>
              <a:buClr>
                <a:srgbClr val="888888"/>
              </a:buClr>
              <a:buSzPts val="7700"/>
              <a:buNone/>
              <a:defRPr sz="6416">
                <a:solidFill>
                  <a:srgbClr val="888888"/>
                </a:solidFill>
              </a:defRPr>
            </a:lvl3pPr>
            <a:lvl4pPr marL="1523939" lvl="3" indent="-190492" algn="l">
              <a:spcBef>
                <a:spcPts val="1117"/>
              </a:spcBef>
              <a:spcAft>
                <a:spcPts val="0"/>
              </a:spcAft>
              <a:buClr>
                <a:srgbClr val="888888"/>
              </a:buClr>
              <a:buSzPts val="6700"/>
              <a:buNone/>
              <a:defRPr sz="5583">
                <a:solidFill>
                  <a:srgbClr val="888888"/>
                </a:solidFill>
              </a:defRPr>
            </a:lvl4pPr>
            <a:lvl5pPr marL="1904924" lvl="4" indent="-190492" algn="l">
              <a:spcBef>
                <a:spcPts val="1117"/>
              </a:spcBef>
              <a:spcAft>
                <a:spcPts val="0"/>
              </a:spcAft>
              <a:buClr>
                <a:srgbClr val="888888"/>
              </a:buClr>
              <a:buSzPts val="6700"/>
              <a:buNone/>
              <a:defRPr sz="5583">
                <a:solidFill>
                  <a:srgbClr val="888888"/>
                </a:solidFill>
              </a:defRPr>
            </a:lvl5pPr>
            <a:lvl6pPr marL="2285909" lvl="5" indent="-190492" algn="l">
              <a:spcBef>
                <a:spcPts val="1117"/>
              </a:spcBef>
              <a:spcAft>
                <a:spcPts val="0"/>
              </a:spcAft>
              <a:buClr>
                <a:srgbClr val="888888"/>
              </a:buClr>
              <a:buSzPts val="6700"/>
              <a:buNone/>
              <a:defRPr sz="5583">
                <a:solidFill>
                  <a:srgbClr val="888888"/>
                </a:solidFill>
              </a:defRPr>
            </a:lvl6pPr>
            <a:lvl7pPr marL="2666893" lvl="6" indent="-190492" algn="l">
              <a:spcBef>
                <a:spcPts val="1117"/>
              </a:spcBef>
              <a:spcAft>
                <a:spcPts val="0"/>
              </a:spcAft>
              <a:buClr>
                <a:srgbClr val="888888"/>
              </a:buClr>
              <a:buSzPts val="6700"/>
              <a:buNone/>
              <a:defRPr sz="5583">
                <a:solidFill>
                  <a:srgbClr val="888888"/>
                </a:solidFill>
              </a:defRPr>
            </a:lvl7pPr>
            <a:lvl8pPr marL="3047878" lvl="7" indent="-190492" algn="l">
              <a:spcBef>
                <a:spcPts val="1117"/>
              </a:spcBef>
              <a:spcAft>
                <a:spcPts val="0"/>
              </a:spcAft>
              <a:buClr>
                <a:srgbClr val="888888"/>
              </a:buClr>
              <a:buSzPts val="6700"/>
              <a:buNone/>
              <a:defRPr sz="5583">
                <a:solidFill>
                  <a:srgbClr val="888888"/>
                </a:solidFill>
              </a:defRPr>
            </a:lvl8pPr>
            <a:lvl9pPr marL="3428863" lvl="8" indent="-190492" algn="l">
              <a:spcBef>
                <a:spcPts val="1117"/>
              </a:spcBef>
              <a:spcAft>
                <a:spcPts val="0"/>
              </a:spcAft>
              <a:buClr>
                <a:srgbClr val="888888"/>
              </a:buClr>
              <a:buSzPts val="6700"/>
              <a:buNone/>
              <a:defRPr sz="5583">
                <a:solidFill>
                  <a:srgbClr val="888888"/>
                </a:solidFill>
              </a:defRPr>
            </a:lvl9pPr>
          </a:lstStyle>
          <a:p>
            <a:endParaRPr/>
          </a:p>
        </p:txBody>
      </p:sp>
      <p:sp>
        <p:nvSpPr>
          <p:cNvPr id="34" name="Google Shape;34;p5"/>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1828800" y="6400802"/>
            <a:ext cx="16154400" cy="18103852"/>
          </a:xfrm>
          <a:prstGeom prst="rect">
            <a:avLst/>
          </a:prstGeom>
          <a:noFill/>
          <a:ln>
            <a:noFill/>
          </a:ln>
        </p:spPr>
        <p:txBody>
          <a:bodyPr spcFirstLastPara="1" wrap="square" lIns="438900" tIns="219450" rIns="438900" bIns="219450" anchor="t" anchorCtr="0">
            <a:normAutofit/>
          </a:bodyPr>
          <a:lstStyle>
            <a:lvl1pPr marL="380985" lvl="0" indent="-899547" algn="l">
              <a:spcBef>
                <a:spcPts val="2233"/>
              </a:spcBef>
              <a:spcAft>
                <a:spcPts val="0"/>
              </a:spcAft>
              <a:buClr>
                <a:schemeClr val="dk1"/>
              </a:buClr>
              <a:buSzPts val="13400"/>
              <a:buChar char="•"/>
              <a:defRPr sz="11166"/>
            </a:lvl1pPr>
            <a:lvl2pPr marL="761970" lvl="1" indent="-799010" algn="l">
              <a:spcBef>
                <a:spcPts val="1917"/>
              </a:spcBef>
              <a:spcAft>
                <a:spcPts val="0"/>
              </a:spcAft>
              <a:buClr>
                <a:schemeClr val="dk1"/>
              </a:buClr>
              <a:buSzPts val="11500"/>
              <a:buChar char="–"/>
              <a:defRPr sz="9583"/>
            </a:lvl2pPr>
            <a:lvl3pPr marL="1142954" lvl="2" indent="-698472" algn="l">
              <a:spcBef>
                <a:spcPts val="1600"/>
              </a:spcBef>
              <a:spcAft>
                <a:spcPts val="0"/>
              </a:spcAft>
              <a:buClr>
                <a:schemeClr val="dk1"/>
              </a:buClr>
              <a:buSzPts val="9600"/>
              <a:buChar char="•"/>
              <a:defRPr sz="8000"/>
            </a:lvl3pPr>
            <a:lvl4pPr marL="1523939" lvl="3" indent="-645558" algn="l">
              <a:spcBef>
                <a:spcPts val="1433"/>
              </a:spcBef>
              <a:spcAft>
                <a:spcPts val="0"/>
              </a:spcAft>
              <a:buClr>
                <a:schemeClr val="dk1"/>
              </a:buClr>
              <a:buSzPts val="8600"/>
              <a:buChar char="–"/>
              <a:defRPr sz="7166"/>
            </a:lvl4pPr>
            <a:lvl5pPr marL="1904924" lvl="4" indent="-645558" algn="l">
              <a:spcBef>
                <a:spcPts val="1433"/>
              </a:spcBef>
              <a:spcAft>
                <a:spcPts val="0"/>
              </a:spcAft>
              <a:buClr>
                <a:schemeClr val="dk1"/>
              </a:buClr>
              <a:buSzPts val="8600"/>
              <a:buChar char="»"/>
              <a:defRPr sz="7166"/>
            </a:lvl5pPr>
            <a:lvl6pPr marL="2285909" lvl="5" indent="-645558" algn="l">
              <a:spcBef>
                <a:spcPts val="1433"/>
              </a:spcBef>
              <a:spcAft>
                <a:spcPts val="0"/>
              </a:spcAft>
              <a:buClr>
                <a:schemeClr val="dk1"/>
              </a:buClr>
              <a:buSzPts val="8600"/>
              <a:buChar char="•"/>
              <a:defRPr sz="7166"/>
            </a:lvl6pPr>
            <a:lvl7pPr marL="2666893" lvl="6" indent="-645558" algn="l">
              <a:spcBef>
                <a:spcPts val="1433"/>
              </a:spcBef>
              <a:spcAft>
                <a:spcPts val="0"/>
              </a:spcAft>
              <a:buClr>
                <a:schemeClr val="dk1"/>
              </a:buClr>
              <a:buSzPts val="8600"/>
              <a:buChar char="•"/>
              <a:defRPr sz="7166"/>
            </a:lvl7pPr>
            <a:lvl8pPr marL="3047878" lvl="7" indent="-645558" algn="l">
              <a:spcBef>
                <a:spcPts val="1433"/>
              </a:spcBef>
              <a:spcAft>
                <a:spcPts val="0"/>
              </a:spcAft>
              <a:buClr>
                <a:schemeClr val="dk1"/>
              </a:buClr>
              <a:buSzPts val="8600"/>
              <a:buChar char="•"/>
              <a:defRPr sz="7166"/>
            </a:lvl8pPr>
            <a:lvl9pPr marL="3428863" lvl="8" indent="-645558" algn="l">
              <a:spcBef>
                <a:spcPts val="1433"/>
              </a:spcBef>
              <a:spcAft>
                <a:spcPts val="0"/>
              </a:spcAft>
              <a:buClr>
                <a:schemeClr val="dk1"/>
              </a:buClr>
              <a:buSzPts val="8600"/>
              <a:buChar char="•"/>
              <a:defRPr sz="7166"/>
            </a:lvl9pPr>
          </a:lstStyle>
          <a:p>
            <a:endParaRPr/>
          </a:p>
        </p:txBody>
      </p:sp>
      <p:sp>
        <p:nvSpPr>
          <p:cNvPr id="40" name="Google Shape;40;p6"/>
          <p:cNvSpPr txBox="1">
            <a:spLocks noGrp="1"/>
          </p:cNvSpPr>
          <p:nvPr>
            <p:ph type="body" idx="2"/>
          </p:nvPr>
        </p:nvSpPr>
        <p:spPr>
          <a:xfrm>
            <a:off x="18592800" y="6400802"/>
            <a:ext cx="16154400" cy="18103852"/>
          </a:xfrm>
          <a:prstGeom prst="rect">
            <a:avLst/>
          </a:prstGeom>
          <a:noFill/>
          <a:ln>
            <a:noFill/>
          </a:ln>
        </p:spPr>
        <p:txBody>
          <a:bodyPr spcFirstLastPara="1" wrap="square" lIns="438900" tIns="219450" rIns="438900" bIns="219450" anchor="t" anchorCtr="0">
            <a:normAutofit/>
          </a:bodyPr>
          <a:lstStyle>
            <a:lvl1pPr marL="380985" lvl="0" indent="-899547" algn="l">
              <a:spcBef>
                <a:spcPts val="2233"/>
              </a:spcBef>
              <a:spcAft>
                <a:spcPts val="0"/>
              </a:spcAft>
              <a:buClr>
                <a:schemeClr val="dk1"/>
              </a:buClr>
              <a:buSzPts val="13400"/>
              <a:buChar char="•"/>
              <a:defRPr sz="11166"/>
            </a:lvl1pPr>
            <a:lvl2pPr marL="761970" lvl="1" indent="-799010" algn="l">
              <a:spcBef>
                <a:spcPts val="1917"/>
              </a:spcBef>
              <a:spcAft>
                <a:spcPts val="0"/>
              </a:spcAft>
              <a:buClr>
                <a:schemeClr val="dk1"/>
              </a:buClr>
              <a:buSzPts val="11500"/>
              <a:buChar char="–"/>
              <a:defRPr sz="9583"/>
            </a:lvl2pPr>
            <a:lvl3pPr marL="1142954" lvl="2" indent="-698472" algn="l">
              <a:spcBef>
                <a:spcPts val="1600"/>
              </a:spcBef>
              <a:spcAft>
                <a:spcPts val="0"/>
              </a:spcAft>
              <a:buClr>
                <a:schemeClr val="dk1"/>
              </a:buClr>
              <a:buSzPts val="9600"/>
              <a:buChar char="•"/>
              <a:defRPr sz="8000"/>
            </a:lvl3pPr>
            <a:lvl4pPr marL="1523939" lvl="3" indent="-645558" algn="l">
              <a:spcBef>
                <a:spcPts val="1433"/>
              </a:spcBef>
              <a:spcAft>
                <a:spcPts val="0"/>
              </a:spcAft>
              <a:buClr>
                <a:schemeClr val="dk1"/>
              </a:buClr>
              <a:buSzPts val="8600"/>
              <a:buChar char="–"/>
              <a:defRPr sz="7166"/>
            </a:lvl4pPr>
            <a:lvl5pPr marL="1904924" lvl="4" indent="-645558" algn="l">
              <a:spcBef>
                <a:spcPts val="1433"/>
              </a:spcBef>
              <a:spcAft>
                <a:spcPts val="0"/>
              </a:spcAft>
              <a:buClr>
                <a:schemeClr val="dk1"/>
              </a:buClr>
              <a:buSzPts val="8600"/>
              <a:buChar char="»"/>
              <a:defRPr sz="7166"/>
            </a:lvl5pPr>
            <a:lvl6pPr marL="2285909" lvl="5" indent="-645558" algn="l">
              <a:spcBef>
                <a:spcPts val="1433"/>
              </a:spcBef>
              <a:spcAft>
                <a:spcPts val="0"/>
              </a:spcAft>
              <a:buClr>
                <a:schemeClr val="dk1"/>
              </a:buClr>
              <a:buSzPts val="8600"/>
              <a:buChar char="•"/>
              <a:defRPr sz="7166"/>
            </a:lvl6pPr>
            <a:lvl7pPr marL="2666893" lvl="6" indent="-645558" algn="l">
              <a:spcBef>
                <a:spcPts val="1433"/>
              </a:spcBef>
              <a:spcAft>
                <a:spcPts val="0"/>
              </a:spcAft>
              <a:buClr>
                <a:schemeClr val="dk1"/>
              </a:buClr>
              <a:buSzPts val="8600"/>
              <a:buChar char="•"/>
              <a:defRPr sz="7166"/>
            </a:lvl7pPr>
            <a:lvl8pPr marL="3047878" lvl="7" indent="-645558" algn="l">
              <a:spcBef>
                <a:spcPts val="1433"/>
              </a:spcBef>
              <a:spcAft>
                <a:spcPts val="0"/>
              </a:spcAft>
              <a:buClr>
                <a:schemeClr val="dk1"/>
              </a:buClr>
              <a:buSzPts val="8600"/>
              <a:buChar char="•"/>
              <a:defRPr sz="7166"/>
            </a:lvl8pPr>
            <a:lvl9pPr marL="3428863" lvl="8" indent="-645558" algn="l">
              <a:spcBef>
                <a:spcPts val="1433"/>
              </a:spcBef>
              <a:spcAft>
                <a:spcPts val="0"/>
              </a:spcAft>
              <a:buClr>
                <a:schemeClr val="dk1"/>
              </a:buClr>
              <a:buSzPts val="8600"/>
              <a:buChar char="•"/>
              <a:defRPr sz="7166"/>
            </a:lvl9pPr>
          </a:lstStyle>
          <a:p>
            <a:endParaRPr/>
          </a:p>
        </p:txBody>
      </p:sp>
      <p:sp>
        <p:nvSpPr>
          <p:cNvPr id="41" name="Google Shape;41;p6"/>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7"/>
          <p:cNvSpPr txBox="1">
            <a:spLocks noGrp="1"/>
          </p:cNvSpPr>
          <p:nvPr>
            <p:ph type="body" idx="1"/>
          </p:nvPr>
        </p:nvSpPr>
        <p:spPr>
          <a:xfrm>
            <a:off x="1828800" y="6140452"/>
            <a:ext cx="16160752" cy="2559048"/>
          </a:xfrm>
          <a:prstGeom prst="rect">
            <a:avLst/>
          </a:prstGeom>
          <a:noFill/>
          <a:ln>
            <a:noFill/>
          </a:ln>
        </p:spPr>
        <p:txBody>
          <a:bodyPr spcFirstLastPara="1" wrap="square" lIns="438900" tIns="219450" rIns="438900" bIns="219450" anchor="b" anchorCtr="0">
            <a:normAutofit/>
          </a:bodyPr>
          <a:lstStyle>
            <a:lvl1pPr marL="380985" lvl="0" indent="-190492" algn="l">
              <a:spcBef>
                <a:spcPts val="1917"/>
              </a:spcBef>
              <a:spcAft>
                <a:spcPts val="0"/>
              </a:spcAft>
              <a:buClr>
                <a:schemeClr val="dk1"/>
              </a:buClr>
              <a:buSzPts val="11500"/>
              <a:buNone/>
              <a:defRPr sz="9583" b="1"/>
            </a:lvl1pPr>
            <a:lvl2pPr marL="761970" lvl="1" indent="-190492" algn="l">
              <a:spcBef>
                <a:spcPts val="1600"/>
              </a:spcBef>
              <a:spcAft>
                <a:spcPts val="0"/>
              </a:spcAft>
              <a:buClr>
                <a:schemeClr val="dk1"/>
              </a:buClr>
              <a:buSzPts val="9600"/>
              <a:buNone/>
              <a:defRPr sz="8000" b="1"/>
            </a:lvl2pPr>
            <a:lvl3pPr marL="1142954" lvl="2" indent="-190492" algn="l">
              <a:spcBef>
                <a:spcPts val="1433"/>
              </a:spcBef>
              <a:spcAft>
                <a:spcPts val="0"/>
              </a:spcAft>
              <a:buClr>
                <a:schemeClr val="dk1"/>
              </a:buClr>
              <a:buSzPts val="8600"/>
              <a:buNone/>
              <a:defRPr sz="7166" b="1"/>
            </a:lvl3pPr>
            <a:lvl4pPr marL="1523939" lvl="3" indent="-190492" algn="l">
              <a:spcBef>
                <a:spcPts val="1283"/>
              </a:spcBef>
              <a:spcAft>
                <a:spcPts val="0"/>
              </a:spcAft>
              <a:buClr>
                <a:schemeClr val="dk1"/>
              </a:buClr>
              <a:buSzPts val="7700"/>
              <a:buNone/>
              <a:defRPr sz="6416" b="1"/>
            </a:lvl4pPr>
            <a:lvl5pPr marL="1904924" lvl="4" indent="-190492" algn="l">
              <a:spcBef>
                <a:spcPts val="1283"/>
              </a:spcBef>
              <a:spcAft>
                <a:spcPts val="0"/>
              </a:spcAft>
              <a:buClr>
                <a:schemeClr val="dk1"/>
              </a:buClr>
              <a:buSzPts val="7700"/>
              <a:buNone/>
              <a:defRPr sz="6416" b="1"/>
            </a:lvl5pPr>
            <a:lvl6pPr marL="2285909" lvl="5" indent="-190492" algn="l">
              <a:spcBef>
                <a:spcPts val="1283"/>
              </a:spcBef>
              <a:spcAft>
                <a:spcPts val="0"/>
              </a:spcAft>
              <a:buClr>
                <a:schemeClr val="dk1"/>
              </a:buClr>
              <a:buSzPts val="7700"/>
              <a:buNone/>
              <a:defRPr sz="6416" b="1"/>
            </a:lvl6pPr>
            <a:lvl7pPr marL="2666893" lvl="6" indent="-190492" algn="l">
              <a:spcBef>
                <a:spcPts val="1283"/>
              </a:spcBef>
              <a:spcAft>
                <a:spcPts val="0"/>
              </a:spcAft>
              <a:buClr>
                <a:schemeClr val="dk1"/>
              </a:buClr>
              <a:buSzPts val="7700"/>
              <a:buNone/>
              <a:defRPr sz="6416" b="1"/>
            </a:lvl7pPr>
            <a:lvl8pPr marL="3047878" lvl="7" indent="-190492" algn="l">
              <a:spcBef>
                <a:spcPts val="1283"/>
              </a:spcBef>
              <a:spcAft>
                <a:spcPts val="0"/>
              </a:spcAft>
              <a:buClr>
                <a:schemeClr val="dk1"/>
              </a:buClr>
              <a:buSzPts val="7700"/>
              <a:buNone/>
              <a:defRPr sz="6416" b="1"/>
            </a:lvl8pPr>
            <a:lvl9pPr marL="3428863" lvl="8" indent="-190492" algn="l">
              <a:spcBef>
                <a:spcPts val="1283"/>
              </a:spcBef>
              <a:spcAft>
                <a:spcPts val="0"/>
              </a:spcAft>
              <a:buClr>
                <a:schemeClr val="dk1"/>
              </a:buClr>
              <a:buSzPts val="7700"/>
              <a:buNone/>
              <a:defRPr sz="6416" b="1"/>
            </a:lvl9pPr>
          </a:lstStyle>
          <a:p>
            <a:endParaRPr/>
          </a:p>
        </p:txBody>
      </p:sp>
      <p:sp>
        <p:nvSpPr>
          <p:cNvPr id="47" name="Google Shape;47;p7"/>
          <p:cNvSpPr txBox="1">
            <a:spLocks noGrp="1"/>
          </p:cNvSpPr>
          <p:nvPr>
            <p:ph type="body" idx="2"/>
          </p:nvPr>
        </p:nvSpPr>
        <p:spPr>
          <a:xfrm>
            <a:off x="1828800" y="8699500"/>
            <a:ext cx="16160752" cy="15805152"/>
          </a:xfrm>
          <a:prstGeom prst="rect">
            <a:avLst/>
          </a:prstGeom>
          <a:noFill/>
          <a:ln>
            <a:noFill/>
          </a:ln>
        </p:spPr>
        <p:txBody>
          <a:bodyPr spcFirstLastPara="1" wrap="square" lIns="438900" tIns="219450" rIns="438900" bIns="219450" anchor="t" anchorCtr="0">
            <a:normAutofit/>
          </a:bodyPr>
          <a:lstStyle>
            <a:lvl1pPr marL="380985" lvl="0" indent="-799010" algn="l">
              <a:spcBef>
                <a:spcPts val="1917"/>
              </a:spcBef>
              <a:spcAft>
                <a:spcPts val="0"/>
              </a:spcAft>
              <a:buClr>
                <a:schemeClr val="dk1"/>
              </a:buClr>
              <a:buSzPts val="11500"/>
              <a:buChar char="•"/>
              <a:defRPr sz="9583"/>
            </a:lvl1pPr>
            <a:lvl2pPr marL="761970" lvl="1" indent="-698472" algn="l">
              <a:spcBef>
                <a:spcPts val="1600"/>
              </a:spcBef>
              <a:spcAft>
                <a:spcPts val="0"/>
              </a:spcAft>
              <a:buClr>
                <a:schemeClr val="dk1"/>
              </a:buClr>
              <a:buSzPts val="9600"/>
              <a:buChar char="–"/>
              <a:defRPr sz="8000"/>
            </a:lvl2pPr>
            <a:lvl3pPr marL="1142954" lvl="2" indent="-645558" algn="l">
              <a:spcBef>
                <a:spcPts val="1433"/>
              </a:spcBef>
              <a:spcAft>
                <a:spcPts val="0"/>
              </a:spcAft>
              <a:buClr>
                <a:schemeClr val="dk1"/>
              </a:buClr>
              <a:buSzPts val="8600"/>
              <a:buChar char="•"/>
              <a:defRPr sz="7166"/>
            </a:lvl3pPr>
            <a:lvl4pPr marL="1523939" lvl="3" indent="-597934" algn="l">
              <a:spcBef>
                <a:spcPts val="1283"/>
              </a:spcBef>
              <a:spcAft>
                <a:spcPts val="0"/>
              </a:spcAft>
              <a:buClr>
                <a:schemeClr val="dk1"/>
              </a:buClr>
              <a:buSzPts val="7700"/>
              <a:buChar char="–"/>
              <a:defRPr sz="6416"/>
            </a:lvl4pPr>
            <a:lvl5pPr marL="1904924" lvl="4" indent="-597934" algn="l">
              <a:spcBef>
                <a:spcPts val="1283"/>
              </a:spcBef>
              <a:spcAft>
                <a:spcPts val="0"/>
              </a:spcAft>
              <a:buClr>
                <a:schemeClr val="dk1"/>
              </a:buClr>
              <a:buSzPts val="7700"/>
              <a:buChar char="»"/>
              <a:defRPr sz="6416"/>
            </a:lvl5pPr>
            <a:lvl6pPr marL="2285909" lvl="5" indent="-597934" algn="l">
              <a:spcBef>
                <a:spcPts val="1283"/>
              </a:spcBef>
              <a:spcAft>
                <a:spcPts val="0"/>
              </a:spcAft>
              <a:buClr>
                <a:schemeClr val="dk1"/>
              </a:buClr>
              <a:buSzPts val="7700"/>
              <a:buChar char="•"/>
              <a:defRPr sz="6416"/>
            </a:lvl6pPr>
            <a:lvl7pPr marL="2666893" lvl="6" indent="-597934" algn="l">
              <a:spcBef>
                <a:spcPts val="1283"/>
              </a:spcBef>
              <a:spcAft>
                <a:spcPts val="0"/>
              </a:spcAft>
              <a:buClr>
                <a:schemeClr val="dk1"/>
              </a:buClr>
              <a:buSzPts val="7700"/>
              <a:buChar char="•"/>
              <a:defRPr sz="6416"/>
            </a:lvl7pPr>
            <a:lvl8pPr marL="3047878" lvl="7" indent="-597934" algn="l">
              <a:spcBef>
                <a:spcPts val="1283"/>
              </a:spcBef>
              <a:spcAft>
                <a:spcPts val="0"/>
              </a:spcAft>
              <a:buClr>
                <a:schemeClr val="dk1"/>
              </a:buClr>
              <a:buSzPts val="7700"/>
              <a:buChar char="•"/>
              <a:defRPr sz="6416"/>
            </a:lvl8pPr>
            <a:lvl9pPr marL="3428863" lvl="8" indent="-597934" algn="l">
              <a:spcBef>
                <a:spcPts val="1283"/>
              </a:spcBef>
              <a:spcAft>
                <a:spcPts val="0"/>
              </a:spcAft>
              <a:buClr>
                <a:schemeClr val="dk1"/>
              </a:buClr>
              <a:buSzPts val="7700"/>
              <a:buChar char="•"/>
              <a:defRPr sz="6416"/>
            </a:lvl9pPr>
          </a:lstStyle>
          <a:p>
            <a:endParaRPr/>
          </a:p>
        </p:txBody>
      </p:sp>
      <p:sp>
        <p:nvSpPr>
          <p:cNvPr id="48" name="Google Shape;48;p7"/>
          <p:cNvSpPr txBox="1">
            <a:spLocks noGrp="1"/>
          </p:cNvSpPr>
          <p:nvPr>
            <p:ph type="body" idx="3"/>
          </p:nvPr>
        </p:nvSpPr>
        <p:spPr>
          <a:xfrm>
            <a:off x="18580102" y="6140452"/>
            <a:ext cx="16167100" cy="2559048"/>
          </a:xfrm>
          <a:prstGeom prst="rect">
            <a:avLst/>
          </a:prstGeom>
          <a:noFill/>
          <a:ln>
            <a:noFill/>
          </a:ln>
        </p:spPr>
        <p:txBody>
          <a:bodyPr spcFirstLastPara="1" wrap="square" lIns="438900" tIns="219450" rIns="438900" bIns="219450" anchor="b" anchorCtr="0">
            <a:normAutofit/>
          </a:bodyPr>
          <a:lstStyle>
            <a:lvl1pPr marL="380985" lvl="0" indent="-190492" algn="l">
              <a:spcBef>
                <a:spcPts val="1917"/>
              </a:spcBef>
              <a:spcAft>
                <a:spcPts val="0"/>
              </a:spcAft>
              <a:buClr>
                <a:schemeClr val="dk1"/>
              </a:buClr>
              <a:buSzPts val="11500"/>
              <a:buNone/>
              <a:defRPr sz="9583" b="1"/>
            </a:lvl1pPr>
            <a:lvl2pPr marL="761970" lvl="1" indent="-190492" algn="l">
              <a:spcBef>
                <a:spcPts val="1600"/>
              </a:spcBef>
              <a:spcAft>
                <a:spcPts val="0"/>
              </a:spcAft>
              <a:buClr>
                <a:schemeClr val="dk1"/>
              </a:buClr>
              <a:buSzPts val="9600"/>
              <a:buNone/>
              <a:defRPr sz="8000" b="1"/>
            </a:lvl2pPr>
            <a:lvl3pPr marL="1142954" lvl="2" indent="-190492" algn="l">
              <a:spcBef>
                <a:spcPts val="1433"/>
              </a:spcBef>
              <a:spcAft>
                <a:spcPts val="0"/>
              </a:spcAft>
              <a:buClr>
                <a:schemeClr val="dk1"/>
              </a:buClr>
              <a:buSzPts val="8600"/>
              <a:buNone/>
              <a:defRPr sz="7166" b="1"/>
            </a:lvl3pPr>
            <a:lvl4pPr marL="1523939" lvl="3" indent="-190492" algn="l">
              <a:spcBef>
                <a:spcPts val="1283"/>
              </a:spcBef>
              <a:spcAft>
                <a:spcPts val="0"/>
              </a:spcAft>
              <a:buClr>
                <a:schemeClr val="dk1"/>
              </a:buClr>
              <a:buSzPts val="7700"/>
              <a:buNone/>
              <a:defRPr sz="6416" b="1"/>
            </a:lvl4pPr>
            <a:lvl5pPr marL="1904924" lvl="4" indent="-190492" algn="l">
              <a:spcBef>
                <a:spcPts val="1283"/>
              </a:spcBef>
              <a:spcAft>
                <a:spcPts val="0"/>
              </a:spcAft>
              <a:buClr>
                <a:schemeClr val="dk1"/>
              </a:buClr>
              <a:buSzPts val="7700"/>
              <a:buNone/>
              <a:defRPr sz="6416" b="1"/>
            </a:lvl5pPr>
            <a:lvl6pPr marL="2285909" lvl="5" indent="-190492" algn="l">
              <a:spcBef>
                <a:spcPts val="1283"/>
              </a:spcBef>
              <a:spcAft>
                <a:spcPts val="0"/>
              </a:spcAft>
              <a:buClr>
                <a:schemeClr val="dk1"/>
              </a:buClr>
              <a:buSzPts val="7700"/>
              <a:buNone/>
              <a:defRPr sz="6416" b="1"/>
            </a:lvl6pPr>
            <a:lvl7pPr marL="2666893" lvl="6" indent="-190492" algn="l">
              <a:spcBef>
                <a:spcPts val="1283"/>
              </a:spcBef>
              <a:spcAft>
                <a:spcPts val="0"/>
              </a:spcAft>
              <a:buClr>
                <a:schemeClr val="dk1"/>
              </a:buClr>
              <a:buSzPts val="7700"/>
              <a:buNone/>
              <a:defRPr sz="6416" b="1"/>
            </a:lvl7pPr>
            <a:lvl8pPr marL="3047878" lvl="7" indent="-190492" algn="l">
              <a:spcBef>
                <a:spcPts val="1283"/>
              </a:spcBef>
              <a:spcAft>
                <a:spcPts val="0"/>
              </a:spcAft>
              <a:buClr>
                <a:schemeClr val="dk1"/>
              </a:buClr>
              <a:buSzPts val="7700"/>
              <a:buNone/>
              <a:defRPr sz="6416" b="1"/>
            </a:lvl8pPr>
            <a:lvl9pPr marL="3428863" lvl="8" indent="-190492" algn="l">
              <a:spcBef>
                <a:spcPts val="1283"/>
              </a:spcBef>
              <a:spcAft>
                <a:spcPts val="0"/>
              </a:spcAft>
              <a:buClr>
                <a:schemeClr val="dk1"/>
              </a:buClr>
              <a:buSzPts val="7700"/>
              <a:buNone/>
              <a:defRPr sz="6416" b="1"/>
            </a:lvl9pPr>
          </a:lstStyle>
          <a:p>
            <a:endParaRPr/>
          </a:p>
        </p:txBody>
      </p:sp>
      <p:sp>
        <p:nvSpPr>
          <p:cNvPr id="49" name="Google Shape;49;p7"/>
          <p:cNvSpPr txBox="1">
            <a:spLocks noGrp="1"/>
          </p:cNvSpPr>
          <p:nvPr>
            <p:ph type="body" idx="4"/>
          </p:nvPr>
        </p:nvSpPr>
        <p:spPr>
          <a:xfrm>
            <a:off x="18580102" y="8699500"/>
            <a:ext cx="16167100" cy="15805152"/>
          </a:xfrm>
          <a:prstGeom prst="rect">
            <a:avLst/>
          </a:prstGeom>
          <a:noFill/>
          <a:ln>
            <a:noFill/>
          </a:ln>
        </p:spPr>
        <p:txBody>
          <a:bodyPr spcFirstLastPara="1" wrap="square" lIns="438900" tIns="219450" rIns="438900" bIns="219450" anchor="t" anchorCtr="0">
            <a:normAutofit/>
          </a:bodyPr>
          <a:lstStyle>
            <a:lvl1pPr marL="380985" lvl="0" indent="-799010" algn="l">
              <a:spcBef>
                <a:spcPts val="1917"/>
              </a:spcBef>
              <a:spcAft>
                <a:spcPts val="0"/>
              </a:spcAft>
              <a:buClr>
                <a:schemeClr val="dk1"/>
              </a:buClr>
              <a:buSzPts val="11500"/>
              <a:buChar char="•"/>
              <a:defRPr sz="9583"/>
            </a:lvl1pPr>
            <a:lvl2pPr marL="761970" lvl="1" indent="-698472" algn="l">
              <a:spcBef>
                <a:spcPts val="1600"/>
              </a:spcBef>
              <a:spcAft>
                <a:spcPts val="0"/>
              </a:spcAft>
              <a:buClr>
                <a:schemeClr val="dk1"/>
              </a:buClr>
              <a:buSzPts val="9600"/>
              <a:buChar char="–"/>
              <a:defRPr sz="8000"/>
            </a:lvl2pPr>
            <a:lvl3pPr marL="1142954" lvl="2" indent="-645558" algn="l">
              <a:spcBef>
                <a:spcPts val="1433"/>
              </a:spcBef>
              <a:spcAft>
                <a:spcPts val="0"/>
              </a:spcAft>
              <a:buClr>
                <a:schemeClr val="dk1"/>
              </a:buClr>
              <a:buSzPts val="8600"/>
              <a:buChar char="•"/>
              <a:defRPr sz="7166"/>
            </a:lvl3pPr>
            <a:lvl4pPr marL="1523939" lvl="3" indent="-597934" algn="l">
              <a:spcBef>
                <a:spcPts val="1283"/>
              </a:spcBef>
              <a:spcAft>
                <a:spcPts val="0"/>
              </a:spcAft>
              <a:buClr>
                <a:schemeClr val="dk1"/>
              </a:buClr>
              <a:buSzPts val="7700"/>
              <a:buChar char="–"/>
              <a:defRPr sz="6416"/>
            </a:lvl4pPr>
            <a:lvl5pPr marL="1904924" lvl="4" indent="-597934" algn="l">
              <a:spcBef>
                <a:spcPts val="1283"/>
              </a:spcBef>
              <a:spcAft>
                <a:spcPts val="0"/>
              </a:spcAft>
              <a:buClr>
                <a:schemeClr val="dk1"/>
              </a:buClr>
              <a:buSzPts val="7700"/>
              <a:buChar char="»"/>
              <a:defRPr sz="6416"/>
            </a:lvl5pPr>
            <a:lvl6pPr marL="2285909" lvl="5" indent="-597934" algn="l">
              <a:spcBef>
                <a:spcPts val="1283"/>
              </a:spcBef>
              <a:spcAft>
                <a:spcPts val="0"/>
              </a:spcAft>
              <a:buClr>
                <a:schemeClr val="dk1"/>
              </a:buClr>
              <a:buSzPts val="7700"/>
              <a:buChar char="•"/>
              <a:defRPr sz="6416"/>
            </a:lvl6pPr>
            <a:lvl7pPr marL="2666893" lvl="6" indent="-597934" algn="l">
              <a:spcBef>
                <a:spcPts val="1283"/>
              </a:spcBef>
              <a:spcAft>
                <a:spcPts val="0"/>
              </a:spcAft>
              <a:buClr>
                <a:schemeClr val="dk1"/>
              </a:buClr>
              <a:buSzPts val="7700"/>
              <a:buChar char="•"/>
              <a:defRPr sz="6416"/>
            </a:lvl7pPr>
            <a:lvl8pPr marL="3047878" lvl="7" indent="-597934" algn="l">
              <a:spcBef>
                <a:spcPts val="1283"/>
              </a:spcBef>
              <a:spcAft>
                <a:spcPts val="0"/>
              </a:spcAft>
              <a:buClr>
                <a:schemeClr val="dk1"/>
              </a:buClr>
              <a:buSzPts val="7700"/>
              <a:buChar char="•"/>
              <a:defRPr sz="6416"/>
            </a:lvl8pPr>
            <a:lvl9pPr marL="3428863" lvl="8" indent="-597934" algn="l">
              <a:spcBef>
                <a:spcPts val="1283"/>
              </a:spcBef>
              <a:spcAft>
                <a:spcPts val="0"/>
              </a:spcAft>
              <a:buClr>
                <a:schemeClr val="dk1"/>
              </a:buClr>
              <a:buSzPts val="7700"/>
              <a:buChar char="•"/>
              <a:defRPr sz="6416"/>
            </a:lvl9pPr>
          </a:lstStyle>
          <a:p>
            <a:endParaRPr/>
          </a:p>
        </p:txBody>
      </p:sp>
      <p:sp>
        <p:nvSpPr>
          <p:cNvPr id="50" name="Google Shape;50;p7"/>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7"/>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8"/>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8"/>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1828802" y="1092200"/>
            <a:ext cx="12033252" cy="464820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8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4300200" y="1092202"/>
            <a:ext cx="20447000" cy="23412452"/>
          </a:xfrm>
          <a:prstGeom prst="rect">
            <a:avLst/>
          </a:prstGeom>
          <a:noFill/>
          <a:ln>
            <a:noFill/>
          </a:ln>
        </p:spPr>
        <p:txBody>
          <a:bodyPr spcFirstLastPara="1" wrap="square" lIns="438900" tIns="219450" rIns="438900" bIns="219450" anchor="t" anchorCtr="0">
            <a:normAutofit/>
          </a:bodyPr>
          <a:lstStyle>
            <a:lvl1pPr marL="380985" lvl="0" indent="-1005376" algn="l">
              <a:spcBef>
                <a:spcPts val="2567"/>
              </a:spcBef>
              <a:spcAft>
                <a:spcPts val="0"/>
              </a:spcAft>
              <a:buClr>
                <a:schemeClr val="dk1"/>
              </a:buClr>
              <a:buSzPts val="15400"/>
              <a:buChar char="•"/>
              <a:defRPr sz="12833"/>
            </a:lvl1pPr>
            <a:lvl2pPr marL="761970" lvl="1" indent="-899547" algn="l">
              <a:spcBef>
                <a:spcPts val="2233"/>
              </a:spcBef>
              <a:spcAft>
                <a:spcPts val="0"/>
              </a:spcAft>
              <a:buClr>
                <a:schemeClr val="dk1"/>
              </a:buClr>
              <a:buSzPts val="13400"/>
              <a:buChar char="–"/>
              <a:defRPr sz="11166"/>
            </a:lvl2pPr>
            <a:lvl3pPr marL="1142954" lvl="2" indent="-799010" algn="l">
              <a:spcBef>
                <a:spcPts val="1917"/>
              </a:spcBef>
              <a:spcAft>
                <a:spcPts val="0"/>
              </a:spcAft>
              <a:buClr>
                <a:schemeClr val="dk1"/>
              </a:buClr>
              <a:buSzPts val="11500"/>
              <a:buChar char="•"/>
              <a:defRPr sz="9583"/>
            </a:lvl3pPr>
            <a:lvl4pPr marL="1523939" lvl="3" indent="-698472" algn="l">
              <a:spcBef>
                <a:spcPts val="1600"/>
              </a:spcBef>
              <a:spcAft>
                <a:spcPts val="0"/>
              </a:spcAft>
              <a:buClr>
                <a:schemeClr val="dk1"/>
              </a:buClr>
              <a:buSzPts val="9600"/>
              <a:buChar char="–"/>
              <a:defRPr sz="8000"/>
            </a:lvl4pPr>
            <a:lvl5pPr marL="1904924" lvl="4" indent="-698472" algn="l">
              <a:spcBef>
                <a:spcPts val="1600"/>
              </a:spcBef>
              <a:spcAft>
                <a:spcPts val="0"/>
              </a:spcAft>
              <a:buClr>
                <a:schemeClr val="dk1"/>
              </a:buClr>
              <a:buSzPts val="9600"/>
              <a:buChar char="»"/>
              <a:defRPr sz="8000"/>
            </a:lvl5pPr>
            <a:lvl6pPr marL="2285909" lvl="5" indent="-698472" algn="l">
              <a:spcBef>
                <a:spcPts val="1600"/>
              </a:spcBef>
              <a:spcAft>
                <a:spcPts val="0"/>
              </a:spcAft>
              <a:buClr>
                <a:schemeClr val="dk1"/>
              </a:buClr>
              <a:buSzPts val="9600"/>
              <a:buChar char="•"/>
              <a:defRPr sz="8000"/>
            </a:lvl6pPr>
            <a:lvl7pPr marL="2666893" lvl="6" indent="-698472" algn="l">
              <a:spcBef>
                <a:spcPts val="1600"/>
              </a:spcBef>
              <a:spcAft>
                <a:spcPts val="0"/>
              </a:spcAft>
              <a:buClr>
                <a:schemeClr val="dk1"/>
              </a:buClr>
              <a:buSzPts val="9600"/>
              <a:buChar char="•"/>
              <a:defRPr sz="8000"/>
            </a:lvl7pPr>
            <a:lvl8pPr marL="3047878" lvl="7" indent="-698472" algn="l">
              <a:spcBef>
                <a:spcPts val="1600"/>
              </a:spcBef>
              <a:spcAft>
                <a:spcPts val="0"/>
              </a:spcAft>
              <a:buClr>
                <a:schemeClr val="dk1"/>
              </a:buClr>
              <a:buSzPts val="9600"/>
              <a:buChar char="•"/>
              <a:defRPr sz="8000"/>
            </a:lvl8pPr>
            <a:lvl9pPr marL="3428863" lvl="8" indent="-698472" algn="l">
              <a:spcBef>
                <a:spcPts val="1600"/>
              </a:spcBef>
              <a:spcAft>
                <a:spcPts val="0"/>
              </a:spcAft>
              <a:buClr>
                <a:schemeClr val="dk1"/>
              </a:buClr>
              <a:buSzPts val="9600"/>
              <a:buChar char="•"/>
              <a:defRPr sz="8000"/>
            </a:lvl9pPr>
          </a:lstStyle>
          <a:p>
            <a:endParaRPr/>
          </a:p>
        </p:txBody>
      </p:sp>
      <p:sp>
        <p:nvSpPr>
          <p:cNvPr id="61" name="Google Shape;61;p9"/>
          <p:cNvSpPr txBox="1">
            <a:spLocks noGrp="1"/>
          </p:cNvSpPr>
          <p:nvPr>
            <p:ph type="body" idx="2"/>
          </p:nvPr>
        </p:nvSpPr>
        <p:spPr>
          <a:xfrm>
            <a:off x="1828802" y="5740402"/>
            <a:ext cx="12033252" cy="18764252"/>
          </a:xfrm>
          <a:prstGeom prst="rect">
            <a:avLst/>
          </a:prstGeom>
          <a:noFill/>
          <a:ln>
            <a:noFill/>
          </a:ln>
        </p:spPr>
        <p:txBody>
          <a:bodyPr spcFirstLastPara="1" wrap="square" lIns="438900" tIns="219450" rIns="438900" bIns="219450" anchor="t" anchorCtr="0">
            <a:normAutofit/>
          </a:bodyPr>
          <a:lstStyle>
            <a:lvl1pPr marL="380985" lvl="0" indent="-190492" algn="l">
              <a:spcBef>
                <a:spcPts val="1117"/>
              </a:spcBef>
              <a:spcAft>
                <a:spcPts val="0"/>
              </a:spcAft>
              <a:buClr>
                <a:schemeClr val="dk1"/>
              </a:buClr>
              <a:buSzPts val="6700"/>
              <a:buNone/>
              <a:defRPr sz="5583"/>
            </a:lvl1pPr>
            <a:lvl2pPr marL="761970" lvl="1" indent="-190492" algn="l">
              <a:spcBef>
                <a:spcPts val="967"/>
              </a:spcBef>
              <a:spcAft>
                <a:spcPts val="0"/>
              </a:spcAft>
              <a:buClr>
                <a:schemeClr val="dk1"/>
              </a:buClr>
              <a:buSzPts val="5800"/>
              <a:buNone/>
              <a:defRPr sz="4833"/>
            </a:lvl2pPr>
            <a:lvl3pPr marL="1142954" lvl="2" indent="-190492" algn="l">
              <a:spcBef>
                <a:spcPts val="800"/>
              </a:spcBef>
              <a:spcAft>
                <a:spcPts val="0"/>
              </a:spcAft>
              <a:buClr>
                <a:schemeClr val="dk1"/>
              </a:buClr>
              <a:buSzPts val="4800"/>
              <a:buNone/>
              <a:defRPr sz="4000"/>
            </a:lvl3pPr>
            <a:lvl4pPr marL="1523939" lvl="3" indent="-190492" algn="l">
              <a:spcBef>
                <a:spcPts val="717"/>
              </a:spcBef>
              <a:spcAft>
                <a:spcPts val="0"/>
              </a:spcAft>
              <a:buClr>
                <a:schemeClr val="dk1"/>
              </a:buClr>
              <a:buSzPts val="4300"/>
              <a:buNone/>
              <a:defRPr sz="3583"/>
            </a:lvl4pPr>
            <a:lvl5pPr marL="1904924" lvl="4" indent="-190492" algn="l">
              <a:spcBef>
                <a:spcPts val="717"/>
              </a:spcBef>
              <a:spcAft>
                <a:spcPts val="0"/>
              </a:spcAft>
              <a:buClr>
                <a:schemeClr val="dk1"/>
              </a:buClr>
              <a:buSzPts val="4300"/>
              <a:buNone/>
              <a:defRPr sz="3583"/>
            </a:lvl5pPr>
            <a:lvl6pPr marL="2285909" lvl="5" indent="-190492" algn="l">
              <a:spcBef>
                <a:spcPts val="717"/>
              </a:spcBef>
              <a:spcAft>
                <a:spcPts val="0"/>
              </a:spcAft>
              <a:buClr>
                <a:schemeClr val="dk1"/>
              </a:buClr>
              <a:buSzPts val="4300"/>
              <a:buNone/>
              <a:defRPr sz="3583"/>
            </a:lvl6pPr>
            <a:lvl7pPr marL="2666893" lvl="6" indent="-190492" algn="l">
              <a:spcBef>
                <a:spcPts val="717"/>
              </a:spcBef>
              <a:spcAft>
                <a:spcPts val="0"/>
              </a:spcAft>
              <a:buClr>
                <a:schemeClr val="dk1"/>
              </a:buClr>
              <a:buSzPts val="4300"/>
              <a:buNone/>
              <a:defRPr sz="3583"/>
            </a:lvl7pPr>
            <a:lvl8pPr marL="3047878" lvl="7" indent="-190492" algn="l">
              <a:spcBef>
                <a:spcPts val="717"/>
              </a:spcBef>
              <a:spcAft>
                <a:spcPts val="0"/>
              </a:spcAft>
              <a:buClr>
                <a:schemeClr val="dk1"/>
              </a:buClr>
              <a:buSzPts val="4300"/>
              <a:buNone/>
              <a:defRPr sz="3583"/>
            </a:lvl8pPr>
            <a:lvl9pPr marL="3428863" lvl="8" indent="-190492" algn="l">
              <a:spcBef>
                <a:spcPts val="717"/>
              </a:spcBef>
              <a:spcAft>
                <a:spcPts val="0"/>
              </a:spcAft>
              <a:buClr>
                <a:schemeClr val="dk1"/>
              </a:buClr>
              <a:buSzPts val="4300"/>
              <a:buNone/>
              <a:defRPr sz="3583"/>
            </a:lvl9pPr>
          </a:lstStyle>
          <a:p>
            <a:endParaRPr/>
          </a:p>
        </p:txBody>
      </p:sp>
      <p:sp>
        <p:nvSpPr>
          <p:cNvPr id="62" name="Google Shape;62;p9"/>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7169152" y="19202400"/>
            <a:ext cx="21945600" cy="226695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8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7169152" y="2451100"/>
            <a:ext cx="21945600" cy="16459200"/>
          </a:xfrm>
          <a:prstGeom prst="rect">
            <a:avLst/>
          </a:prstGeom>
          <a:noFill/>
          <a:ln>
            <a:noFill/>
          </a:ln>
        </p:spPr>
      </p:sp>
      <p:sp>
        <p:nvSpPr>
          <p:cNvPr id="68" name="Google Shape;68;p10"/>
          <p:cNvSpPr txBox="1">
            <a:spLocks noGrp="1"/>
          </p:cNvSpPr>
          <p:nvPr>
            <p:ph type="body" idx="1"/>
          </p:nvPr>
        </p:nvSpPr>
        <p:spPr>
          <a:xfrm>
            <a:off x="7169152" y="21469352"/>
            <a:ext cx="21945600" cy="3219448"/>
          </a:xfrm>
          <a:prstGeom prst="rect">
            <a:avLst/>
          </a:prstGeom>
          <a:noFill/>
          <a:ln>
            <a:noFill/>
          </a:ln>
        </p:spPr>
        <p:txBody>
          <a:bodyPr spcFirstLastPara="1" wrap="square" lIns="438900" tIns="219450" rIns="438900" bIns="219450" anchor="t" anchorCtr="0">
            <a:normAutofit/>
          </a:bodyPr>
          <a:lstStyle>
            <a:lvl1pPr marL="380985" lvl="0" indent="-190492" algn="l">
              <a:spcBef>
                <a:spcPts val="1117"/>
              </a:spcBef>
              <a:spcAft>
                <a:spcPts val="0"/>
              </a:spcAft>
              <a:buClr>
                <a:schemeClr val="dk1"/>
              </a:buClr>
              <a:buSzPts val="6700"/>
              <a:buNone/>
              <a:defRPr sz="5583"/>
            </a:lvl1pPr>
            <a:lvl2pPr marL="761970" lvl="1" indent="-190492" algn="l">
              <a:spcBef>
                <a:spcPts val="967"/>
              </a:spcBef>
              <a:spcAft>
                <a:spcPts val="0"/>
              </a:spcAft>
              <a:buClr>
                <a:schemeClr val="dk1"/>
              </a:buClr>
              <a:buSzPts val="5800"/>
              <a:buNone/>
              <a:defRPr sz="4833"/>
            </a:lvl2pPr>
            <a:lvl3pPr marL="1142954" lvl="2" indent="-190492" algn="l">
              <a:spcBef>
                <a:spcPts val="800"/>
              </a:spcBef>
              <a:spcAft>
                <a:spcPts val="0"/>
              </a:spcAft>
              <a:buClr>
                <a:schemeClr val="dk1"/>
              </a:buClr>
              <a:buSzPts val="4800"/>
              <a:buNone/>
              <a:defRPr sz="4000"/>
            </a:lvl3pPr>
            <a:lvl4pPr marL="1523939" lvl="3" indent="-190492" algn="l">
              <a:spcBef>
                <a:spcPts val="717"/>
              </a:spcBef>
              <a:spcAft>
                <a:spcPts val="0"/>
              </a:spcAft>
              <a:buClr>
                <a:schemeClr val="dk1"/>
              </a:buClr>
              <a:buSzPts val="4300"/>
              <a:buNone/>
              <a:defRPr sz="3583"/>
            </a:lvl4pPr>
            <a:lvl5pPr marL="1904924" lvl="4" indent="-190492" algn="l">
              <a:spcBef>
                <a:spcPts val="717"/>
              </a:spcBef>
              <a:spcAft>
                <a:spcPts val="0"/>
              </a:spcAft>
              <a:buClr>
                <a:schemeClr val="dk1"/>
              </a:buClr>
              <a:buSzPts val="4300"/>
              <a:buNone/>
              <a:defRPr sz="3583"/>
            </a:lvl5pPr>
            <a:lvl6pPr marL="2285909" lvl="5" indent="-190492" algn="l">
              <a:spcBef>
                <a:spcPts val="717"/>
              </a:spcBef>
              <a:spcAft>
                <a:spcPts val="0"/>
              </a:spcAft>
              <a:buClr>
                <a:schemeClr val="dk1"/>
              </a:buClr>
              <a:buSzPts val="4300"/>
              <a:buNone/>
              <a:defRPr sz="3583"/>
            </a:lvl6pPr>
            <a:lvl7pPr marL="2666893" lvl="6" indent="-190492" algn="l">
              <a:spcBef>
                <a:spcPts val="717"/>
              </a:spcBef>
              <a:spcAft>
                <a:spcPts val="0"/>
              </a:spcAft>
              <a:buClr>
                <a:schemeClr val="dk1"/>
              </a:buClr>
              <a:buSzPts val="4300"/>
              <a:buNone/>
              <a:defRPr sz="3583"/>
            </a:lvl7pPr>
            <a:lvl8pPr marL="3047878" lvl="7" indent="-190492" algn="l">
              <a:spcBef>
                <a:spcPts val="717"/>
              </a:spcBef>
              <a:spcAft>
                <a:spcPts val="0"/>
              </a:spcAft>
              <a:buClr>
                <a:schemeClr val="dk1"/>
              </a:buClr>
              <a:buSzPts val="4300"/>
              <a:buNone/>
              <a:defRPr sz="3583"/>
            </a:lvl8pPr>
            <a:lvl9pPr marL="3428863" lvl="8" indent="-190492" algn="l">
              <a:spcBef>
                <a:spcPts val="717"/>
              </a:spcBef>
              <a:spcAft>
                <a:spcPts val="0"/>
              </a:spcAft>
              <a:buClr>
                <a:schemeClr val="dk1"/>
              </a:buClr>
              <a:buSzPts val="4300"/>
              <a:buNone/>
              <a:defRPr sz="3583"/>
            </a:lvl9pPr>
          </a:lstStyle>
          <a:p>
            <a:endParaRPr/>
          </a:p>
        </p:txBody>
      </p:sp>
      <p:sp>
        <p:nvSpPr>
          <p:cNvPr id="69" name="Google Shape;69;p10"/>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236074" y="-1006472"/>
            <a:ext cx="18103852" cy="32918400"/>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8929350" y="8686804"/>
            <a:ext cx="23406100" cy="82296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2165350" y="762004"/>
            <a:ext cx="23406100" cy="24079200"/>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alibri"/>
              <a:buNone/>
              <a:defRPr sz="21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828800" y="6400802"/>
            <a:ext cx="32918400" cy="1810385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alibri"/>
                <a:ea typeface="Calibri"/>
                <a:cs typeface="Calibri"/>
                <a:sym typeface="Calibri"/>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alibri"/>
                <a:ea typeface="Calibri"/>
                <a:cs typeface="Calibri"/>
                <a:sym typeface="Calibri"/>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alibri"/>
                <a:ea typeface="Calibri"/>
                <a:cs typeface="Calibri"/>
                <a:sym typeface="Calibri"/>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4833"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4833"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4833" b="0" i="0" u="none" strike="noStrike" cap="none">
                <a:solidFill>
                  <a:srgbClr val="888888"/>
                </a:solidFill>
                <a:latin typeface="Calibri"/>
                <a:ea typeface="Calibri"/>
                <a:cs typeface="Calibri"/>
                <a:sym typeface="Calibri"/>
              </a:defRPr>
            </a:lvl1pPr>
            <a:lvl2pPr marL="0" marR="0" lvl="1" indent="0" algn="r" rtl="0">
              <a:spcBef>
                <a:spcPts val="0"/>
              </a:spcBef>
              <a:buNone/>
              <a:defRPr sz="4833" b="0" i="0" u="none" strike="noStrike" cap="none">
                <a:solidFill>
                  <a:srgbClr val="888888"/>
                </a:solidFill>
                <a:latin typeface="Calibri"/>
                <a:ea typeface="Calibri"/>
                <a:cs typeface="Calibri"/>
                <a:sym typeface="Calibri"/>
              </a:defRPr>
            </a:lvl2pPr>
            <a:lvl3pPr marL="0" marR="0" lvl="2" indent="0" algn="r" rtl="0">
              <a:spcBef>
                <a:spcPts val="0"/>
              </a:spcBef>
              <a:buNone/>
              <a:defRPr sz="4833" b="0" i="0" u="none" strike="noStrike" cap="none">
                <a:solidFill>
                  <a:srgbClr val="888888"/>
                </a:solidFill>
                <a:latin typeface="Calibri"/>
                <a:ea typeface="Calibri"/>
                <a:cs typeface="Calibri"/>
                <a:sym typeface="Calibri"/>
              </a:defRPr>
            </a:lvl3pPr>
            <a:lvl4pPr marL="0" marR="0" lvl="3" indent="0" algn="r" rtl="0">
              <a:spcBef>
                <a:spcPts val="0"/>
              </a:spcBef>
              <a:buNone/>
              <a:defRPr sz="4833" b="0" i="0" u="none" strike="noStrike" cap="none">
                <a:solidFill>
                  <a:srgbClr val="888888"/>
                </a:solidFill>
                <a:latin typeface="Calibri"/>
                <a:ea typeface="Calibri"/>
                <a:cs typeface="Calibri"/>
                <a:sym typeface="Calibri"/>
              </a:defRPr>
            </a:lvl4pPr>
            <a:lvl5pPr marL="0" marR="0" lvl="4" indent="0" algn="r" rtl="0">
              <a:spcBef>
                <a:spcPts val="0"/>
              </a:spcBef>
              <a:buNone/>
              <a:defRPr sz="4833" b="0" i="0" u="none" strike="noStrike" cap="none">
                <a:solidFill>
                  <a:srgbClr val="888888"/>
                </a:solidFill>
                <a:latin typeface="Calibri"/>
                <a:ea typeface="Calibri"/>
                <a:cs typeface="Calibri"/>
                <a:sym typeface="Calibri"/>
              </a:defRPr>
            </a:lvl5pPr>
            <a:lvl6pPr marL="0" marR="0" lvl="5" indent="0" algn="r" rtl="0">
              <a:spcBef>
                <a:spcPts val="0"/>
              </a:spcBef>
              <a:buNone/>
              <a:defRPr sz="4833" b="0" i="0" u="none" strike="noStrike" cap="none">
                <a:solidFill>
                  <a:srgbClr val="888888"/>
                </a:solidFill>
                <a:latin typeface="Calibri"/>
                <a:ea typeface="Calibri"/>
                <a:cs typeface="Calibri"/>
                <a:sym typeface="Calibri"/>
              </a:defRPr>
            </a:lvl6pPr>
            <a:lvl7pPr marL="0" marR="0" lvl="6" indent="0" algn="r" rtl="0">
              <a:spcBef>
                <a:spcPts val="0"/>
              </a:spcBef>
              <a:buNone/>
              <a:defRPr sz="4833" b="0" i="0" u="none" strike="noStrike" cap="none">
                <a:solidFill>
                  <a:srgbClr val="888888"/>
                </a:solidFill>
                <a:latin typeface="Calibri"/>
                <a:ea typeface="Calibri"/>
                <a:cs typeface="Calibri"/>
                <a:sym typeface="Calibri"/>
              </a:defRPr>
            </a:lvl7pPr>
            <a:lvl8pPr marL="0" marR="0" lvl="7" indent="0" algn="r" rtl="0">
              <a:spcBef>
                <a:spcPts val="0"/>
              </a:spcBef>
              <a:buNone/>
              <a:defRPr sz="4833" b="0" i="0" u="none" strike="noStrike" cap="none">
                <a:solidFill>
                  <a:srgbClr val="888888"/>
                </a:solidFill>
                <a:latin typeface="Calibri"/>
                <a:ea typeface="Calibri"/>
                <a:cs typeface="Calibri"/>
                <a:sym typeface="Calibri"/>
              </a:defRPr>
            </a:lvl8pPr>
            <a:lvl9pPr marL="0" marR="0" lvl="8" indent="0" algn="r" rtl="0">
              <a:spcBef>
                <a:spcPts val="0"/>
              </a:spcBef>
              <a:buNone/>
              <a:defRPr sz="4833"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11" Type="http://schemas.openxmlformats.org/officeDocument/2006/relationships/image" Target="../media/image9.png"/><Relationship Id="rId5" Type="http://schemas.openxmlformats.org/officeDocument/2006/relationships/image" Target="../media/image3.jpe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3"/>
          <p:cNvSpPr>
            <a:spLocks/>
          </p:cNvSpPr>
          <p:nvPr/>
        </p:nvSpPr>
        <p:spPr>
          <a:xfrm>
            <a:off x="12554712" y="4572000"/>
            <a:ext cx="11448288" cy="21909500"/>
          </a:xfrm>
          <a:prstGeom prst="rect">
            <a:avLst/>
          </a:prstGeom>
          <a:solidFill>
            <a:srgbClr val="C2D1D8"/>
          </a:solidFill>
          <a:ln w="9525" cap="flat" cmpd="sng">
            <a:solidFill>
              <a:schemeClr val="lt1"/>
            </a:solidFill>
            <a:prstDash val="solid"/>
            <a:round/>
            <a:headEnd type="none" w="sm" len="sm"/>
            <a:tailEnd type="none" w="sm" len="sm"/>
          </a:ln>
        </p:spPr>
        <p:txBody>
          <a:bodyPr spcFirstLastPara="1" wrap="square" lIns="76188" tIns="76188" rIns="76188" bIns="76188" anchor="ctr" anchorCtr="0">
            <a:noAutofit/>
          </a:bodyPr>
          <a:lstStyle/>
          <a:p>
            <a:endParaRPr sz="972"/>
          </a:p>
        </p:txBody>
      </p:sp>
      <p:sp>
        <p:nvSpPr>
          <p:cNvPr id="93" name="Google Shape;93;p13"/>
          <p:cNvSpPr txBox="1">
            <a:spLocks noGrp="1" noRot="1" noMove="1" noResize="1" noEditPoints="1" noAdjustHandles="1" noChangeArrowheads="1" noChangeShapeType="1"/>
          </p:cNvSpPr>
          <p:nvPr/>
        </p:nvSpPr>
        <p:spPr>
          <a:xfrm>
            <a:off x="12573000" y="24231600"/>
            <a:ext cx="11430000" cy="2277521"/>
          </a:xfrm>
          <a:prstGeom prst="rect">
            <a:avLst/>
          </a:prstGeom>
          <a:noFill/>
          <a:ln>
            <a:noFill/>
          </a:ln>
        </p:spPr>
        <p:txBody>
          <a:bodyPr spcFirstLastPara="1" wrap="square" lIns="381000" tIns="228583" rIns="381000" bIns="304792" anchor="t" anchorCtr="0">
            <a:spAutoFit/>
          </a:bodyPr>
          <a:lstStyle/>
          <a:p>
            <a:r>
              <a:rPr lang="en-US" sz="2800" b="1" dirty="0">
                <a:solidFill>
                  <a:srgbClr val="595959"/>
                </a:solidFill>
                <a:latin typeface="Calibri"/>
                <a:ea typeface="Calibri"/>
                <a:cs typeface="Calibri"/>
                <a:sym typeface="Calibri"/>
              </a:rPr>
              <a:t>ACKNOWLEDGEMENTS</a:t>
            </a:r>
            <a:endParaRPr sz="2800" dirty="0">
              <a:solidFill>
                <a:srgbClr val="A0B7C1"/>
              </a:solidFill>
              <a:latin typeface="Calibri"/>
              <a:ea typeface="Calibri"/>
              <a:cs typeface="Calibri"/>
              <a:sym typeface="Calibri"/>
            </a:endParaRPr>
          </a:p>
          <a:p>
            <a:pPr algn="just">
              <a:spcAft>
                <a:spcPts val="600"/>
              </a:spcAft>
            </a:pPr>
            <a:r>
              <a:rPr lang="en-US" sz="2000" i="1" dirty="0">
                <a:solidFill>
                  <a:schemeClr val="dk1"/>
                </a:solidFill>
                <a:latin typeface="Calibri"/>
                <a:ea typeface="Calibri"/>
                <a:cs typeface="Calibri"/>
                <a:sym typeface="Calibri"/>
              </a:rPr>
              <a:t>I am sincerely grateful to Professor Meredith Hastings for the opportunity to contribute to the Breathe Providence Project and for her insightful guidance and support. I also acknowledge the BEACO2N team at the University of California Berkeley, whose research on low-cost air quality monitor performance provided inspiration for this work.</a:t>
            </a:r>
          </a:p>
        </p:txBody>
      </p:sp>
      <p:sp>
        <p:nvSpPr>
          <p:cNvPr id="94" name="Google Shape;94;p13"/>
          <p:cNvSpPr txBox="1">
            <a:spLocks noGrp="1" noRot="1" noMove="1" noResize="1" noEditPoints="1" noAdjustHandles="1" noChangeArrowheads="1" noChangeShapeType="1"/>
          </p:cNvSpPr>
          <p:nvPr/>
        </p:nvSpPr>
        <p:spPr>
          <a:xfrm>
            <a:off x="762000" y="762000"/>
            <a:ext cx="35052000" cy="3385251"/>
          </a:xfrm>
          <a:prstGeom prst="rect">
            <a:avLst/>
          </a:prstGeom>
          <a:solidFill>
            <a:srgbClr val="C2D1D8"/>
          </a:solidFill>
          <a:ln>
            <a:noFill/>
          </a:ln>
        </p:spPr>
        <p:txBody>
          <a:bodyPr spcFirstLastPara="1" wrap="square" lIns="76188" tIns="38083" rIns="76188" bIns="38083" anchor="t" anchorCtr="0">
            <a:spAutoFit/>
          </a:bodyPr>
          <a:lstStyle/>
          <a:p>
            <a:pPr algn="ctr"/>
            <a:endParaRPr sz="2000" b="1" dirty="0">
              <a:solidFill>
                <a:schemeClr val="dk1"/>
              </a:solidFill>
              <a:latin typeface="Calibri"/>
              <a:ea typeface="Calibri"/>
              <a:cs typeface="Calibri"/>
              <a:sym typeface="Calibri"/>
            </a:endParaRPr>
          </a:p>
          <a:p>
            <a:pPr algn="ctr"/>
            <a:r>
              <a:rPr lang="en-US" sz="5833" b="1" i="1" dirty="0">
                <a:solidFill>
                  <a:schemeClr val="dk1"/>
                </a:solidFill>
                <a:latin typeface="Calibri"/>
                <a:ea typeface="Calibri"/>
                <a:cs typeface="Calibri"/>
                <a:sym typeface="Calibri"/>
              </a:rPr>
              <a:t>Breathe Providence</a:t>
            </a:r>
            <a:r>
              <a:rPr lang="en-US" sz="5833" b="1" dirty="0">
                <a:solidFill>
                  <a:schemeClr val="dk1"/>
                </a:solidFill>
                <a:latin typeface="Calibri"/>
                <a:ea typeface="Calibri"/>
                <a:cs typeface="Calibri"/>
                <a:sym typeface="Calibri"/>
              </a:rPr>
              <a:t>: Towards a Distributed Method for </a:t>
            </a:r>
            <a:br>
              <a:rPr lang="en-US" sz="5833" b="1" dirty="0">
                <a:solidFill>
                  <a:schemeClr val="dk1"/>
                </a:solidFill>
                <a:latin typeface="Calibri"/>
                <a:ea typeface="Calibri"/>
                <a:cs typeface="Calibri"/>
                <a:sym typeface="Calibri"/>
              </a:rPr>
            </a:br>
            <a:r>
              <a:rPr lang="en-US" sz="5833" b="1" dirty="0">
                <a:solidFill>
                  <a:schemeClr val="dk1"/>
                </a:solidFill>
                <a:latin typeface="Calibri"/>
                <a:ea typeface="Calibri"/>
                <a:cs typeface="Calibri"/>
                <a:sym typeface="Calibri"/>
              </a:rPr>
              <a:t>Quantifying the Reliability of Low-Cost Air Quality Sensors</a:t>
            </a:r>
            <a:endParaRPr sz="5833" dirty="0">
              <a:solidFill>
                <a:schemeClr val="dk1"/>
              </a:solidFill>
              <a:latin typeface="Calibri"/>
              <a:ea typeface="Calibri"/>
              <a:cs typeface="Calibri"/>
              <a:sym typeface="Calibri"/>
            </a:endParaRPr>
          </a:p>
          <a:p>
            <a:pPr algn="ctr">
              <a:spcBef>
                <a:spcPts val="1000"/>
              </a:spcBef>
            </a:pPr>
            <a:r>
              <a:rPr lang="en-US" sz="4916" b="1" dirty="0">
                <a:solidFill>
                  <a:srgbClr val="595959"/>
                </a:solidFill>
                <a:latin typeface="Calibri"/>
                <a:ea typeface="Calibri"/>
                <a:cs typeface="Calibri"/>
                <a:sym typeface="Calibri"/>
              </a:rPr>
              <a:t>Mike Woodilla — Advisor: Professor Meredith Hastings</a:t>
            </a:r>
            <a:endParaRPr sz="2500" dirty="0">
              <a:solidFill>
                <a:schemeClr val="dk1"/>
              </a:solidFill>
              <a:latin typeface="Calibri"/>
              <a:ea typeface="Calibri"/>
              <a:cs typeface="Calibri"/>
              <a:sym typeface="Calibri"/>
            </a:endParaRPr>
          </a:p>
          <a:p>
            <a:pPr algn="ctr">
              <a:spcBef>
                <a:spcPts val="1000"/>
              </a:spcBef>
            </a:pPr>
            <a:endParaRPr sz="1250" dirty="0">
              <a:solidFill>
                <a:schemeClr val="dk1"/>
              </a:solidFill>
              <a:latin typeface="Calibri"/>
              <a:ea typeface="Calibri"/>
              <a:cs typeface="Calibri"/>
              <a:sym typeface="Calibri"/>
            </a:endParaRPr>
          </a:p>
        </p:txBody>
      </p:sp>
      <p:pic>
        <p:nvPicPr>
          <p:cNvPr id="95" name="Google Shape;95;p13"/>
          <p:cNvPicPr preferRelativeResize="0">
            <a:picLocks noChangeAspect="1"/>
          </p:cNvPicPr>
          <p:nvPr/>
        </p:nvPicPr>
        <p:blipFill rotWithShape="1">
          <a:blip r:embed="rId3">
            <a:alphaModFix/>
          </a:blip>
          <a:srcRect/>
          <a:stretch/>
        </p:blipFill>
        <p:spPr>
          <a:xfrm>
            <a:off x="1524000" y="1295400"/>
            <a:ext cx="5943600" cy="2286000"/>
          </a:xfrm>
          <a:prstGeom prst="rect">
            <a:avLst/>
          </a:prstGeom>
          <a:noFill/>
          <a:ln>
            <a:noFill/>
          </a:ln>
        </p:spPr>
      </p:pic>
      <p:sp>
        <p:nvSpPr>
          <p:cNvPr id="98" name="Google Shape;98;p13"/>
          <p:cNvSpPr txBox="1">
            <a:spLocks/>
          </p:cNvSpPr>
          <p:nvPr/>
        </p:nvSpPr>
        <p:spPr>
          <a:xfrm>
            <a:off x="914400" y="4572000"/>
            <a:ext cx="11430000" cy="8550995"/>
          </a:xfrm>
          <a:prstGeom prst="rect">
            <a:avLst/>
          </a:prstGeom>
          <a:noFill/>
          <a:ln>
            <a:noFill/>
          </a:ln>
        </p:spPr>
        <p:txBody>
          <a:bodyPr spcFirstLastPara="1" wrap="square" lIns="91440" tIns="76200" rIns="182880" bIns="76200" anchor="t" anchorCtr="0">
            <a:spAutoFit/>
          </a:bodyPr>
          <a:lstStyle/>
          <a:p>
            <a:pPr algn="just">
              <a:spcAft>
                <a:spcPts val="1000"/>
              </a:spcAft>
              <a:buClr>
                <a:schemeClr val="dk1"/>
              </a:buClr>
              <a:buSzPts val="1100"/>
            </a:pPr>
            <a:r>
              <a:rPr kumimoji="0" lang="en-US" sz="4333" b="1" i="0" u="none" strike="noStrike" kern="0" cap="none" spc="0" normalizeH="0" baseline="0" noProof="0" dirty="0">
                <a:ln>
                  <a:noFill/>
                </a:ln>
                <a:solidFill>
                  <a:srgbClr val="595959"/>
                </a:solidFill>
                <a:effectLst/>
                <a:uLnTx/>
                <a:uFillTx/>
                <a:latin typeface="Calibri"/>
                <a:ea typeface="Calibri"/>
                <a:cs typeface="Calibri"/>
                <a:sym typeface="Calibri"/>
              </a:rPr>
              <a:t>ABSTRACT</a:t>
            </a:r>
            <a:endParaRPr lang="en-US" sz="2600" dirty="0">
              <a:latin typeface="Calibri"/>
              <a:ea typeface="Calibri"/>
              <a:cs typeface="Calibri"/>
              <a:sym typeface="Calibri"/>
            </a:endParaRPr>
          </a:p>
          <a:p>
            <a:pPr algn="just"/>
            <a:r>
              <a:rPr lang="en-US" sz="2600" dirty="0">
                <a:latin typeface="Calibri"/>
                <a:cs typeface="Calibri"/>
              </a:rPr>
              <a:t>Low-cost sensors for measuring common air pollutants have made urban air quality research possible at high spatial and temporal resolution. This high-resolution data can be used to identify air quality events and trends at scales that are impractical for expensive reference-grade instruments to measure, however calibration of low­ cost sensors remains challenging. Sensor applications in large distributed air quality monitoring networks further complicate calibration needs — laboratory calibration translates poorly after sensor deployment and requires downtime for every sensor in the network, and in situ gas calibration requires frequent site visits to account for seasonal interferences to sensor measurements. The Breathe Providence Network maintains 25 air quality sensors measuring air quality at an intra-urban scale in effort to support understanding of air quality exposure and health impacts in Rhode Island. To meet the project’s goals, the data collected from these air quality sensors must be deemed reliable based on calibrations against reference data (i.e. Environmental Protection Agency approved monitoring) and an understanding of the low-cost sensors’ behavior over time. However, there is limited reference-grade data available in RI, with only one major reference site located in East Providence, RI. This project examines methods for characterizing sensor reliability and develops a framework that can be applied to the Breathe Providence network’s variety of gas and particle phase data.</a:t>
            </a:r>
          </a:p>
        </p:txBody>
      </p:sp>
      <p:sp>
        <p:nvSpPr>
          <p:cNvPr id="99" name="Google Shape;99;p13"/>
          <p:cNvSpPr txBox="1">
            <a:spLocks noGrp="1" noRot="1" noMove="1" noResize="1" noEditPoints="1" noAdjustHandles="1" noChangeArrowheads="1" noChangeShapeType="1"/>
          </p:cNvSpPr>
          <p:nvPr/>
        </p:nvSpPr>
        <p:spPr>
          <a:xfrm>
            <a:off x="914400" y="22494240"/>
            <a:ext cx="11430000" cy="3706440"/>
          </a:xfrm>
          <a:prstGeom prst="rect">
            <a:avLst/>
          </a:prstGeom>
          <a:noFill/>
          <a:ln>
            <a:noFill/>
          </a:ln>
        </p:spPr>
        <p:txBody>
          <a:bodyPr spcFirstLastPara="1" wrap="square" lIns="91440" tIns="76188" rIns="182880" bIns="76188" anchor="t" anchorCtr="0">
            <a:spAutoFit/>
          </a:bodyPr>
          <a:lstStyle/>
          <a:p>
            <a:pPr algn="just"/>
            <a:r>
              <a:rPr kumimoji="0" lang="en-US" sz="4333" b="1" i="0" u="none" strike="noStrike" kern="0" cap="none" spc="0" normalizeH="0" baseline="0" noProof="0" dirty="0">
                <a:ln>
                  <a:noFill/>
                </a:ln>
                <a:solidFill>
                  <a:srgbClr val="595959"/>
                </a:solidFill>
                <a:effectLst/>
                <a:uLnTx/>
                <a:uFillTx/>
                <a:latin typeface="Calibri"/>
                <a:ea typeface="Calibri"/>
                <a:cs typeface="Calibri"/>
                <a:sym typeface="Calibri"/>
              </a:rPr>
              <a:t>OBJECTIVES</a:t>
            </a:r>
            <a:endParaRPr lang="en-US" sz="2667" dirty="0">
              <a:solidFill>
                <a:schemeClr val="dk1"/>
              </a:solidFill>
              <a:latin typeface="Calibri"/>
              <a:ea typeface="Calibri"/>
              <a:cs typeface="Calibri"/>
              <a:sym typeface="Calibri"/>
            </a:endParaRP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characterize the long-term deployment reliability of Breathe Providence Network carbon monoxide sensors using existing frameworks. </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develop a new framework for sensor reliability characterization that minimally relies on external reference measurements. </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compare this new framework with existing reliability characterizations.</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apply this new framework to the Breathe Providence Network.</a:t>
            </a:r>
          </a:p>
          <a:p>
            <a:pPr marL="380985" indent="-380985" algn="just">
              <a:buFont typeface="Arial" panose="020B0604020202020204" pitchFamily="34" charset="0"/>
              <a:buChar char="•"/>
            </a:pPr>
            <a:endParaRPr sz="2750" dirty="0">
              <a:solidFill>
                <a:schemeClr val="dk1"/>
              </a:solidFill>
              <a:latin typeface="Calibri"/>
              <a:ea typeface="Calibri"/>
              <a:cs typeface="Calibri"/>
              <a:sym typeface="Calibri"/>
            </a:endParaRPr>
          </a:p>
        </p:txBody>
      </p:sp>
      <p:sp>
        <p:nvSpPr>
          <p:cNvPr id="100" name="Google Shape;100;p13"/>
          <p:cNvSpPr txBox="1">
            <a:spLocks noGrp="1" noRot="1" noMove="1" noResize="1" noEditPoints="1" noAdjustHandles="1" noChangeArrowheads="1" noChangeShapeType="1"/>
          </p:cNvSpPr>
          <p:nvPr/>
        </p:nvSpPr>
        <p:spPr>
          <a:xfrm>
            <a:off x="12893040" y="14630400"/>
            <a:ext cx="10781250" cy="9756493"/>
          </a:xfrm>
          <a:prstGeom prst="rect">
            <a:avLst/>
          </a:prstGeom>
          <a:noFill/>
          <a:ln>
            <a:noFill/>
          </a:ln>
        </p:spPr>
        <p:txBody>
          <a:bodyPr spcFirstLastPara="1" wrap="square" lIns="91440" tIns="76188" rIns="91440" bIns="76188" anchor="t" anchorCtr="0">
            <a:spAutoFit/>
          </a:bodyPr>
          <a:lstStyle/>
          <a:p>
            <a:pPr algn="just"/>
            <a:r>
              <a:rPr lang="en-US" sz="2600" dirty="0">
                <a:solidFill>
                  <a:schemeClr val="dk1"/>
                </a:solidFill>
                <a:latin typeface="Calibri"/>
                <a:cs typeface="Calibri"/>
              </a:rPr>
              <a:t>The sensor hubs used in the Breathe Providence Network (BEACO2N nodes) have been similarly deployed in Berkeley, CA for more than 5 years. As an experimental control, we first examine reliability statistics for a common pollutant (carbon monoxide, CO) for a reference site (Richmond Field Station, RFS). Existing reliability statistics for this sensor are published by Winter et. al. [1], which allows us to build confidence in this methodological approach. </a:t>
            </a:r>
          </a:p>
          <a:p>
            <a:pPr marL="457200" indent="-457200" algn="just" fontAlgn="base">
              <a:buFont typeface="Arial" panose="020B0604020202020204" pitchFamily="34" charset="0"/>
              <a:buChar char="•"/>
            </a:pPr>
            <a:r>
              <a:rPr lang="en-US" sz="2600" dirty="0">
                <a:solidFill>
                  <a:schemeClr val="dk1"/>
                </a:solidFill>
                <a:latin typeface="Calibri"/>
                <a:cs typeface="Calibri"/>
              </a:rPr>
              <a:t>Time series correlation statistics indicate the RFS BEACO2N sensor remains strongly correlated with collocated reference measurements throughout the sensor’s deployment, with expected seasonal variability.</a:t>
            </a:r>
          </a:p>
          <a:p>
            <a:pPr marL="457200" indent="-457200" algn="just" fontAlgn="base">
              <a:buFont typeface="Arial" panose="020B0604020202020204" pitchFamily="34" charset="0"/>
              <a:buChar char="•"/>
            </a:pPr>
            <a:r>
              <a:rPr lang="en-US" sz="2600" dirty="0">
                <a:solidFill>
                  <a:schemeClr val="dk1"/>
                </a:solidFill>
                <a:latin typeface="Calibri"/>
                <a:cs typeface="Calibri"/>
              </a:rPr>
              <a:t>Limited reference data availability in RI requires that we seek a reliability characterization method that relies minimally on simultaneous reference observations.</a:t>
            </a:r>
          </a:p>
          <a:p>
            <a:pPr marL="457200" indent="-457200" algn="just" fontAlgn="base">
              <a:buFont typeface="Arial" panose="020B0604020202020204" pitchFamily="34" charset="0"/>
              <a:buChar char="•"/>
            </a:pPr>
            <a:r>
              <a:rPr lang="en-US" sz="2600" dirty="0">
                <a:solidFill>
                  <a:schemeClr val="dk1"/>
                </a:solidFill>
                <a:latin typeface="Calibri"/>
                <a:cs typeface="Calibri"/>
              </a:rPr>
              <a:t>We therefore characterize the divergence between reference and measurement distributions using Kullback-Liebler, Hellinger, and Euclidean divergences. </a:t>
            </a:r>
          </a:p>
          <a:p>
            <a:pPr marL="457200" indent="-457200" algn="just" fontAlgn="base">
              <a:buFont typeface="Arial" panose="020B0604020202020204" pitchFamily="34" charset="0"/>
              <a:buChar char="•"/>
            </a:pPr>
            <a:r>
              <a:rPr lang="en-US" sz="2600" dirty="0">
                <a:solidFill>
                  <a:schemeClr val="dk1"/>
                </a:solidFill>
                <a:latin typeface="Calibri"/>
                <a:cs typeface="Calibri"/>
              </a:rPr>
              <a:t>Probability density functions (PDFs) are estimated via a discrete histogram approximation (bin width=0.05 ppm) for every month since the sensor’s deployment.</a:t>
            </a:r>
          </a:p>
          <a:p>
            <a:pPr marL="457200" indent="-457200" algn="just" fontAlgn="base">
              <a:buFont typeface="Arial" panose="020B0604020202020204" pitchFamily="34" charset="0"/>
              <a:buChar char="•"/>
            </a:pPr>
            <a:r>
              <a:rPr lang="en-US" sz="2600" dirty="0">
                <a:solidFill>
                  <a:schemeClr val="dk1"/>
                </a:solidFill>
                <a:latin typeface="Calibri"/>
                <a:cs typeface="Calibri"/>
              </a:rPr>
              <a:t>Low-cost sensors are sensitive to high temperature and relative humidity, thus we compare residual correlation and PDF divergence with and without a meteorological filter which excludes observations at Temp &gt; 30°C and RH &gt; 0.75. However, we find evidence of information loss after meteorological filtering.</a:t>
            </a:r>
          </a:p>
          <a:p>
            <a:pPr algn="just">
              <a:buClr>
                <a:schemeClr val="dk1"/>
              </a:buClr>
              <a:buSzPts val="1100"/>
            </a:pPr>
            <a:endParaRPr lang="en-US" sz="2600" dirty="0">
              <a:solidFill>
                <a:schemeClr val="dk1"/>
              </a:solidFill>
              <a:latin typeface="Calibri"/>
              <a:ea typeface="Calibri"/>
              <a:cs typeface="Calibri"/>
              <a:sym typeface="Calibri"/>
            </a:endParaRPr>
          </a:p>
        </p:txBody>
      </p:sp>
      <p:pic>
        <p:nvPicPr>
          <p:cNvPr id="108" name="Google Shape;108;p13"/>
          <p:cNvPicPr preferRelativeResize="0"/>
          <p:nvPr/>
        </p:nvPicPr>
        <p:blipFill rotWithShape="1">
          <a:blip r:embed="rId4">
            <a:alphaModFix/>
          </a:blip>
          <a:srcRect l="31778" t="6009" r="31090" b="19284"/>
          <a:stretch/>
        </p:blipFill>
        <p:spPr>
          <a:xfrm>
            <a:off x="32490974" y="1073283"/>
            <a:ext cx="2713158" cy="2762942"/>
          </a:xfrm>
          <a:prstGeom prst="rect">
            <a:avLst/>
          </a:prstGeom>
          <a:noFill/>
          <a:ln w="28575" cap="flat" cmpd="sng">
            <a:noFill/>
            <a:prstDash val="solid"/>
            <a:round/>
            <a:headEnd type="none" w="sm" len="sm"/>
            <a:tailEnd type="none" w="sm" len="sm"/>
          </a:ln>
        </p:spPr>
      </p:pic>
      <p:sp>
        <p:nvSpPr>
          <p:cNvPr id="113" name="Google Shape;113;p13"/>
          <p:cNvSpPr/>
          <p:nvPr/>
        </p:nvSpPr>
        <p:spPr>
          <a:xfrm>
            <a:off x="27026958" y="16017157"/>
            <a:ext cx="926000" cy="423250"/>
          </a:xfrm>
          <a:prstGeom prst="roundRect">
            <a:avLst>
              <a:gd name="adj" fmla="val 16667"/>
            </a:avLst>
          </a:prstGeom>
          <a:solidFill>
            <a:schemeClr val="lt1"/>
          </a:solidFill>
          <a:ln>
            <a:noFill/>
          </a:ln>
        </p:spPr>
        <p:txBody>
          <a:bodyPr spcFirstLastPara="1" wrap="square" lIns="76188" tIns="76188" rIns="76188" bIns="76188" anchor="ctr" anchorCtr="0">
            <a:noAutofit/>
          </a:bodyPr>
          <a:lstStyle/>
          <a:p>
            <a:endParaRPr sz="972"/>
          </a:p>
        </p:txBody>
      </p:sp>
      <p:sp>
        <p:nvSpPr>
          <p:cNvPr id="114" name="Google Shape;114;p13"/>
          <p:cNvSpPr txBox="1">
            <a:spLocks noGrp="1" noRot="1" noMove="1" noResize="1" noEditPoints="1" noAdjustHandles="1" noChangeArrowheads="1" noChangeShapeType="1"/>
          </p:cNvSpPr>
          <p:nvPr/>
        </p:nvSpPr>
        <p:spPr>
          <a:xfrm>
            <a:off x="12893040" y="13258800"/>
            <a:ext cx="10703250" cy="1246483"/>
          </a:xfrm>
          <a:prstGeom prst="rect">
            <a:avLst/>
          </a:prstGeom>
          <a:noFill/>
          <a:ln>
            <a:noFill/>
          </a:ln>
        </p:spPr>
        <p:txBody>
          <a:bodyPr spcFirstLastPara="1" wrap="square" lIns="91440" tIns="0" rIns="91440" bIns="76188" anchor="t" anchorCtr="0">
            <a:spAutoFit/>
          </a:bodyPr>
          <a:lstStyle/>
          <a:p>
            <a:pPr algn="just">
              <a:buClr>
                <a:schemeClr val="dk1"/>
              </a:buClr>
              <a:buSzPts val="1100"/>
            </a:pPr>
            <a:r>
              <a:rPr lang="en-US" sz="1900" i="1" dirty="0">
                <a:solidFill>
                  <a:schemeClr val="dk1"/>
                </a:solidFill>
                <a:latin typeface="Calibri"/>
                <a:ea typeface="Calibri"/>
                <a:cs typeface="Calibri"/>
                <a:sym typeface="Calibri"/>
              </a:rPr>
              <a:t>BEACO2N CO observation statistics at Richmond Field Station (RFS), Berkeley CA, across months deployed. </a:t>
            </a:r>
          </a:p>
          <a:p>
            <a:pPr algn="just">
              <a:buClr>
                <a:schemeClr val="dk1"/>
              </a:buClr>
              <a:buSzPts val="1100"/>
            </a:pPr>
            <a:r>
              <a:rPr lang="en-US" sz="1900" i="1" u="sng" dirty="0">
                <a:solidFill>
                  <a:schemeClr val="dk1"/>
                </a:solidFill>
                <a:latin typeface="Calibri"/>
                <a:ea typeface="Calibri"/>
                <a:cs typeface="Calibri"/>
                <a:sym typeface="Calibri"/>
              </a:rPr>
              <a:t>Left</a:t>
            </a:r>
            <a:r>
              <a:rPr lang="en-US" sz="1900" i="1" dirty="0">
                <a:solidFill>
                  <a:schemeClr val="dk1"/>
                </a:solidFill>
                <a:latin typeface="Calibri"/>
                <a:ea typeface="Calibri"/>
                <a:cs typeface="Calibri"/>
                <a:sym typeface="Calibri"/>
              </a:rPr>
              <a:t>: Residual correlation statistics versus a collocated reference instrument. </a:t>
            </a:r>
          </a:p>
          <a:p>
            <a:pPr algn="just">
              <a:buClr>
                <a:schemeClr val="dk1"/>
              </a:buClr>
              <a:buSzPts val="1100"/>
            </a:pPr>
            <a:r>
              <a:rPr lang="en-US" sz="1900" i="1" u="sng" dirty="0">
                <a:solidFill>
                  <a:schemeClr val="dk1"/>
                </a:solidFill>
                <a:latin typeface="Calibri"/>
                <a:ea typeface="Calibri"/>
                <a:cs typeface="Calibri"/>
                <a:sym typeface="Calibri"/>
              </a:rPr>
              <a:t>Top Right</a:t>
            </a:r>
            <a:r>
              <a:rPr lang="en-US" sz="1900" i="1" dirty="0">
                <a:solidFill>
                  <a:schemeClr val="dk1"/>
                </a:solidFill>
                <a:latin typeface="Calibri"/>
                <a:ea typeface="Calibri"/>
                <a:cs typeface="Calibri"/>
                <a:sym typeface="Calibri"/>
              </a:rPr>
              <a:t>: Divergence statistics versus a collocated reference instrument.</a:t>
            </a:r>
          </a:p>
          <a:p>
            <a:pPr algn="just">
              <a:buClr>
                <a:schemeClr val="dk1"/>
              </a:buClr>
              <a:buSzPts val="1100"/>
            </a:pPr>
            <a:r>
              <a:rPr lang="en-US" sz="1900" i="1" u="sng" dirty="0">
                <a:solidFill>
                  <a:schemeClr val="dk1"/>
                </a:solidFill>
                <a:latin typeface="Calibri"/>
                <a:ea typeface="Calibri"/>
                <a:cs typeface="Calibri"/>
                <a:sym typeface="Calibri"/>
              </a:rPr>
              <a:t>Bottom Right</a:t>
            </a:r>
            <a:r>
              <a:rPr lang="en-US" sz="1900" i="1" dirty="0">
                <a:solidFill>
                  <a:schemeClr val="dk1"/>
                </a:solidFill>
                <a:latin typeface="Calibri"/>
                <a:ea typeface="Calibri"/>
                <a:cs typeface="Calibri"/>
                <a:sym typeface="Calibri"/>
              </a:rPr>
              <a:t>: Divergence statistics with first year of observations treated as reference.</a:t>
            </a:r>
          </a:p>
        </p:txBody>
      </p:sp>
      <p:sp>
        <p:nvSpPr>
          <p:cNvPr id="116" name="Google Shape;116;p13"/>
          <p:cNvSpPr/>
          <p:nvPr/>
        </p:nvSpPr>
        <p:spPr>
          <a:xfrm>
            <a:off x="28727229" y="16248854"/>
            <a:ext cx="980500" cy="350250"/>
          </a:xfrm>
          <a:prstGeom prst="roundRect">
            <a:avLst>
              <a:gd name="adj" fmla="val 16667"/>
            </a:avLst>
          </a:prstGeom>
          <a:solidFill>
            <a:schemeClr val="lt1"/>
          </a:solidFill>
          <a:ln>
            <a:noFill/>
          </a:ln>
        </p:spPr>
        <p:txBody>
          <a:bodyPr spcFirstLastPara="1" wrap="square" lIns="76188" tIns="76188" rIns="76188" bIns="76188" anchor="ctr" anchorCtr="0">
            <a:noAutofit/>
          </a:bodyPr>
          <a:lstStyle/>
          <a:p>
            <a:endParaRPr sz="972"/>
          </a:p>
        </p:txBody>
      </p:sp>
      <p:sp>
        <p:nvSpPr>
          <p:cNvPr id="117" name="Google Shape;117;p13"/>
          <p:cNvSpPr/>
          <p:nvPr/>
        </p:nvSpPr>
        <p:spPr>
          <a:xfrm>
            <a:off x="25955625" y="16002000"/>
            <a:ext cx="365250" cy="310250"/>
          </a:xfrm>
          <a:prstGeom prst="ellipse">
            <a:avLst/>
          </a:prstGeom>
          <a:solidFill>
            <a:schemeClr val="lt1"/>
          </a:solidFill>
          <a:ln>
            <a:noFill/>
          </a:ln>
        </p:spPr>
        <p:txBody>
          <a:bodyPr spcFirstLastPara="1" wrap="square" lIns="76188" tIns="76188" rIns="76188" bIns="76188" anchor="ctr" anchorCtr="0">
            <a:noAutofit/>
          </a:bodyPr>
          <a:lstStyle/>
          <a:p>
            <a:endParaRPr sz="972"/>
          </a:p>
        </p:txBody>
      </p:sp>
      <p:sp>
        <p:nvSpPr>
          <p:cNvPr id="2" name="Google Shape;90;p13">
            <a:extLst>
              <a:ext uri="{FF2B5EF4-FFF2-40B4-BE49-F238E27FC236}">
                <a16:creationId xmlns:a16="http://schemas.microsoft.com/office/drawing/2014/main" id="{E58271B0-2034-8C80-9FF8-C249ACDB8296}"/>
              </a:ext>
            </a:extLst>
          </p:cNvPr>
          <p:cNvSpPr txBox="1">
            <a:spLocks noGrp="1" noRot="1" noMove="1" noResize="1" noEditPoints="1" noAdjustHandles="1" noChangeArrowheads="1" noChangeShapeType="1"/>
          </p:cNvSpPr>
          <p:nvPr/>
        </p:nvSpPr>
        <p:spPr>
          <a:xfrm>
            <a:off x="12799516" y="4800600"/>
            <a:ext cx="10781250" cy="762000"/>
          </a:xfrm>
          <a:prstGeom prst="rect">
            <a:avLst/>
          </a:prstGeom>
          <a:noFill/>
          <a:ln>
            <a:noFill/>
          </a:ln>
        </p:spPr>
        <p:txBody>
          <a:bodyPr spcFirstLastPara="1" wrap="square" lIns="76188" tIns="38083" rIns="76188" bIns="38083" anchor="t" anchorCtr="0">
            <a:noAutofit/>
          </a:bodyPr>
          <a:lstStyle/>
          <a:p>
            <a:r>
              <a:rPr lang="en-US" sz="4333" b="1" dirty="0">
                <a:solidFill>
                  <a:srgbClr val="595959"/>
                </a:solidFill>
                <a:latin typeface="Calibri"/>
                <a:ea typeface="Calibri"/>
                <a:cs typeface="Calibri"/>
                <a:sym typeface="Calibri"/>
              </a:rPr>
              <a:t>METHODS</a:t>
            </a:r>
            <a:endParaRPr sz="4333" b="1" dirty="0">
              <a:solidFill>
                <a:srgbClr val="595959"/>
              </a:solidFill>
              <a:latin typeface="Calibri"/>
              <a:ea typeface="Calibri"/>
              <a:cs typeface="Calibri"/>
              <a:sym typeface="Calibri"/>
            </a:endParaRPr>
          </a:p>
          <a:p>
            <a:endParaRPr sz="4333" b="1" dirty="0">
              <a:solidFill>
                <a:srgbClr val="595959"/>
              </a:solidFill>
            </a:endParaRPr>
          </a:p>
        </p:txBody>
      </p:sp>
      <p:sp>
        <p:nvSpPr>
          <p:cNvPr id="29" name="Google Shape;98;p13">
            <a:extLst>
              <a:ext uri="{FF2B5EF4-FFF2-40B4-BE49-F238E27FC236}">
                <a16:creationId xmlns:a16="http://schemas.microsoft.com/office/drawing/2014/main" id="{8F99FD98-3DE7-604B-3E8B-A7C5EEA649B5}"/>
              </a:ext>
            </a:extLst>
          </p:cNvPr>
          <p:cNvSpPr txBox="1"/>
          <p:nvPr/>
        </p:nvSpPr>
        <p:spPr>
          <a:xfrm>
            <a:off x="24414480" y="4572000"/>
            <a:ext cx="11308458" cy="9207585"/>
          </a:xfrm>
          <a:prstGeom prst="rect">
            <a:avLst/>
          </a:prstGeom>
          <a:noFill/>
          <a:ln>
            <a:noFill/>
          </a:ln>
        </p:spPr>
        <p:txBody>
          <a:bodyPr spcFirstLastPara="1" wrap="square" lIns="91440" tIns="76200" rIns="91440" bIns="76200" anchor="t" anchorCtr="0">
            <a:spAutoFit/>
          </a:bodyPr>
          <a:lstStyle/>
          <a:p>
            <a:pPr marL="0" marR="0" lvl="0" indent="0" algn="l" defTabSz="914400" rtl="0" eaLnBrk="1" fontAlgn="auto" latinLnBrk="0" hangingPunct="1">
              <a:lnSpc>
                <a:spcPct val="100000"/>
              </a:lnSpc>
              <a:spcBef>
                <a:spcPts val="0"/>
              </a:spcBef>
              <a:spcAft>
                <a:spcPts val="1000"/>
              </a:spcAft>
              <a:buClr>
                <a:srgbClr val="000000"/>
              </a:buClr>
              <a:buSzTx/>
              <a:buFont typeface="Arial"/>
              <a:buNone/>
              <a:tabLst/>
              <a:defRPr/>
            </a:pPr>
            <a:r>
              <a:rPr kumimoji="0" lang="en-US" sz="4333" b="1" i="0" u="none" strike="noStrike" kern="0" cap="none" spc="0" normalizeH="0" baseline="0" noProof="0" dirty="0">
                <a:ln>
                  <a:noFill/>
                </a:ln>
                <a:solidFill>
                  <a:srgbClr val="595959"/>
                </a:solidFill>
                <a:effectLst/>
                <a:uLnTx/>
                <a:uFillTx/>
                <a:latin typeface="Calibri"/>
                <a:ea typeface="Calibri"/>
                <a:cs typeface="Calibri"/>
                <a:sym typeface="Calibri"/>
              </a:rPr>
              <a:t>RESULTS AND DISCUSSION</a:t>
            </a:r>
            <a:endParaRPr lang="en-US" sz="2600" dirty="0">
              <a:latin typeface="Calibri"/>
              <a:ea typeface="Calibri"/>
              <a:cs typeface="Calibri"/>
              <a:sym typeface="Calibri"/>
            </a:endParaRPr>
          </a:p>
          <a:p>
            <a:pPr algn="just">
              <a:spcAft>
                <a:spcPts val="1000"/>
              </a:spcAft>
              <a:buClr>
                <a:schemeClr val="dk1"/>
              </a:buClr>
              <a:buSzPts val="1100"/>
            </a:pPr>
            <a:r>
              <a:rPr lang="en-US" sz="2600" dirty="0">
                <a:latin typeface="Calibri"/>
                <a:ea typeface="Calibri"/>
                <a:cs typeface="Calibri"/>
                <a:sym typeface="Calibri"/>
              </a:rPr>
              <a:t>Across the Breathe Providence network, we find that CO sensors do not exhibit significant trends in divergence from external or internal reference distributions with or without meteorological filtering; standard deviations of measurement distributions exhibit seasonal variation but do not exhibit long term trends for any CO sensors in the network. This finding does not necessarily affirm the reliability of our sensors, but merely indicates that no significant drift was detected in the network. </a:t>
            </a:r>
          </a:p>
          <a:p>
            <a:pPr lvl="0" algn="just">
              <a:spcAft>
                <a:spcPts val="1000"/>
              </a:spcAft>
              <a:buClr>
                <a:schemeClr val="dk1"/>
              </a:buClr>
              <a:buSzPts val="1100"/>
            </a:pPr>
            <a:r>
              <a:rPr lang="en-US" sz="2600" dirty="0">
                <a:latin typeface="Calibri"/>
                <a:ea typeface="Calibri"/>
                <a:cs typeface="Calibri"/>
                <a:sym typeface="Calibri"/>
              </a:rPr>
              <a:t>Furthermore, we find evidence that meteorological filtering tends to increase distribution divergence and information loss for CO sensors in the Breathe Providence Network. Of the 25 CO sensors examined, 13 (52%) exhibited an increase in average </a:t>
            </a:r>
            <a:r>
              <a:rPr lang="en-US" sz="2600" dirty="0" err="1">
                <a:latin typeface="Calibri"/>
                <a:ea typeface="Calibri"/>
                <a:cs typeface="Calibri"/>
                <a:sym typeface="Calibri"/>
              </a:rPr>
              <a:t>Kullback</a:t>
            </a:r>
            <a:r>
              <a:rPr lang="en-US" sz="2600" dirty="0">
                <a:latin typeface="Calibri"/>
                <a:ea typeface="Calibri"/>
                <a:cs typeface="Calibri"/>
                <a:sym typeface="Calibri"/>
              </a:rPr>
              <a:t>-Liebler (KL) divergence after meteorological filtering of either external or internal reference data. Of these 13 sensors, 6 (24% of total) exhibited an average increase in KL divergence of greater than 0.1 part per million. Only 2 sensors in the network exhibited any average decrease in KL divergence after meteorological filtering of either external or internal reference data. </a:t>
            </a:r>
            <a:r>
              <a:rPr lang="en-US" sz="2600" b="1" dirty="0">
                <a:latin typeface="Calibri"/>
                <a:ea typeface="Calibri"/>
                <a:cs typeface="Calibri"/>
                <a:sym typeface="Calibri"/>
              </a:rPr>
              <a:t>KL divergence is interpreted as the information lost by using a measurement distribution to approximate a reference distribution, therefore an increase in KL divergence after meteorological filtering indicates that low-cost CO sensors lose information that is captured by the reference sensor (which is also filtered) when observations during strenuous meteorological conditions are omitted. </a:t>
            </a:r>
          </a:p>
        </p:txBody>
      </p:sp>
      <p:pic>
        <p:nvPicPr>
          <p:cNvPr id="1026" name="Picture 2">
            <a:extLst>
              <a:ext uri="{FF2B5EF4-FFF2-40B4-BE49-F238E27FC236}">
                <a16:creationId xmlns:a16="http://schemas.microsoft.com/office/drawing/2014/main" id="{EE99D696-C03A-5522-1532-5CB4DDEF8B63}"/>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rcRect/>
          <a:stretch>
            <a:fillRect/>
          </a:stretch>
        </p:blipFill>
        <p:spPr bwMode="auto">
          <a:xfrm>
            <a:off x="1604739" y="13533120"/>
            <a:ext cx="2743201" cy="3657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0BD43A3-9D7E-E7B7-043A-4B4BC35C7C6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rcRect/>
          <a:stretch>
            <a:fillRect/>
          </a:stretch>
        </p:blipFill>
        <p:spPr bwMode="auto">
          <a:xfrm>
            <a:off x="5852160" y="13533120"/>
            <a:ext cx="5311633" cy="3541088"/>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0A482EF9-04F6-33F8-C4AD-4626F87FBC41}"/>
              </a:ext>
            </a:extLst>
          </p:cNvPr>
          <p:cNvCxnSpPr>
            <a:cxnSpLocks noGrp="1" noRot="1" noMove="1" noResize="1" noEditPoints="1" noAdjustHandles="1" noChangeArrowheads="1" noChangeShapeType="1"/>
          </p:cNvCxnSpPr>
          <p:nvPr/>
        </p:nvCxnSpPr>
        <p:spPr>
          <a:xfrm flipH="1">
            <a:off x="7132320" y="13990320"/>
            <a:ext cx="256170" cy="820650"/>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71797B7C-1197-CE60-7412-85F0B73BB3AB}"/>
              </a:ext>
            </a:extLst>
          </p:cNvPr>
          <p:cNvSpPr txBox="1">
            <a:spLocks noGrp="1" noRot="1" noMove="1" noResize="1" noEditPoints="1" noAdjustHandles="1" noChangeArrowheads="1" noChangeShapeType="1"/>
          </p:cNvSpPr>
          <p:nvPr/>
        </p:nvSpPr>
        <p:spPr>
          <a:xfrm>
            <a:off x="6492240" y="13716000"/>
            <a:ext cx="1957917" cy="323165"/>
          </a:xfrm>
          <a:prstGeom prst="rect">
            <a:avLst/>
          </a:prstGeom>
          <a:noFill/>
        </p:spPr>
        <p:txBody>
          <a:bodyPr wrap="square" rtlCol="0">
            <a:spAutoFit/>
          </a:bodyPr>
          <a:lstStyle/>
          <a:p>
            <a:pPr algn="ctr"/>
            <a:r>
              <a:rPr lang="en-US" sz="1500" b="1" dirty="0" err="1">
                <a:solidFill>
                  <a:srgbClr val="FF0000"/>
                </a:solidFill>
              </a:rPr>
              <a:t>Alphasense</a:t>
            </a:r>
            <a:r>
              <a:rPr lang="en-US" sz="1500" b="1" dirty="0">
                <a:solidFill>
                  <a:srgbClr val="FF0000"/>
                </a:solidFill>
              </a:rPr>
              <a:t> CO-B4</a:t>
            </a:r>
          </a:p>
        </p:txBody>
      </p:sp>
      <mc:AlternateContent xmlns:mc="http://schemas.openxmlformats.org/markup-compatibility/2006">
        <mc:Choice xmlns:a14="http://schemas.microsoft.com/office/drawing/2010/main" Requires="a14">
          <p:sp>
            <p:nvSpPr>
              <p:cNvPr id="12" name="Google Shape;114;p13">
                <a:extLst>
                  <a:ext uri="{FF2B5EF4-FFF2-40B4-BE49-F238E27FC236}">
                    <a16:creationId xmlns:a16="http://schemas.microsoft.com/office/drawing/2014/main" id="{095D687F-0A8D-57CF-4131-DA14DFAAF0AD}"/>
                  </a:ext>
                </a:extLst>
              </p:cNvPr>
              <p:cNvSpPr txBox="1">
                <a:spLocks noGrp="1" noRot="1" noMove="1" noResize="1" noEditPoints="1" noAdjustHandles="1" noChangeArrowheads="1" noChangeShapeType="1"/>
              </p:cNvSpPr>
              <p:nvPr/>
            </p:nvSpPr>
            <p:spPr>
              <a:xfrm>
                <a:off x="7260405" y="17828935"/>
                <a:ext cx="3488101" cy="4154959"/>
              </a:xfrm>
              <a:prstGeom prst="rect">
                <a:avLst/>
              </a:prstGeom>
              <a:noFill/>
              <a:ln>
                <a:noFill/>
              </a:ln>
            </p:spPr>
            <p:txBody>
              <a:bodyPr spcFirstLastPara="1" wrap="square" lIns="76188" tIns="76188" rIns="76188" bIns="76188" anchor="t" anchorCtr="0">
                <a:spAutoFit/>
              </a:bodyPr>
              <a:lstStyle/>
              <a:p>
                <a:pPr>
                  <a:buClr>
                    <a:schemeClr val="dk1"/>
                  </a:buClr>
                  <a:buSzPts val="1100"/>
                </a:pPr>
                <a:r>
                  <a:rPr lang="en-US" sz="2000" i="1" u="sng" dirty="0">
                    <a:solidFill>
                      <a:schemeClr val="dk1"/>
                    </a:solidFill>
                    <a:latin typeface="Calibri"/>
                    <a:ea typeface="Calibri"/>
                    <a:cs typeface="Calibri"/>
                    <a:sym typeface="Calibri"/>
                  </a:rPr>
                  <a:t>Left</a:t>
                </a:r>
                <a:r>
                  <a:rPr lang="en-US" sz="2000" i="1" dirty="0">
                    <a:solidFill>
                      <a:schemeClr val="dk1"/>
                    </a:solidFill>
                    <a:latin typeface="Calibri"/>
                    <a:ea typeface="Calibri"/>
                    <a:cs typeface="Calibri"/>
                    <a:sym typeface="Calibri"/>
                  </a:rPr>
                  <a:t>: A deployed Berkeley Environmental Air-quality and </a:t>
                </a:r>
                <a14:m>
                  <m:oMath xmlns:m="http://schemas.openxmlformats.org/officeDocument/2006/math">
                    <m:sSub>
                      <m:sSubPr>
                        <m:ctrlPr>
                          <a:rPr lang="en-US" sz="2000" i="1">
                            <a:solidFill>
                              <a:schemeClr val="dk1"/>
                            </a:solidFill>
                            <a:latin typeface="Cambria Math" panose="02040503050406030204" pitchFamily="18" charset="0"/>
                            <a:ea typeface="Calibri"/>
                            <a:cs typeface="Calibri"/>
                            <a:sym typeface="Calibri"/>
                          </a:rPr>
                        </m:ctrlPr>
                      </m:sSubPr>
                      <m:e>
                        <m:r>
                          <m:rPr>
                            <m:nor/>
                          </m:rPr>
                          <a:rPr lang="en-US" sz="2000">
                            <a:solidFill>
                              <a:schemeClr val="dk1"/>
                            </a:solidFill>
                            <a:latin typeface="Cambria Math" panose="02040503050406030204" pitchFamily="18" charset="0"/>
                            <a:ea typeface="Calibri"/>
                            <a:cs typeface="Calibri"/>
                            <a:sym typeface="Calibri"/>
                          </a:rPr>
                          <m:t>CO</m:t>
                        </m:r>
                      </m:e>
                      <m:sub>
                        <m:r>
                          <a:rPr lang="en-US" sz="2000" i="1">
                            <a:solidFill>
                              <a:schemeClr val="dk1"/>
                            </a:solidFill>
                            <a:latin typeface="Cambria Math" panose="02040503050406030204" pitchFamily="18" charset="0"/>
                            <a:ea typeface="Calibri"/>
                            <a:cs typeface="Calibri"/>
                            <a:sym typeface="Calibri"/>
                          </a:rPr>
                          <m:t>2</m:t>
                        </m:r>
                      </m:sub>
                    </m:sSub>
                  </m:oMath>
                </a14:m>
                <a:r>
                  <a:rPr lang="en-US" sz="2000" i="1" dirty="0">
                    <a:solidFill>
                      <a:schemeClr val="dk1"/>
                    </a:solidFill>
                    <a:latin typeface="Calibri"/>
                    <a:ea typeface="Calibri"/>
                    <a:cs typeface="Calibri"/>
                    <a:sym typeface="Calibri"/>
                  </a:rPr>
                  <a:t> Network (BEACO2N) sensor in the Breathe Providence Network.</a:t>
                </a:r>
              </a:p>
              <a:p>
                <a:pPr>
                  <a:buClr>
                    <a:schemeClr val="dk1"/>
                  </a:buClr>
                  <a:buSzPts val="1100"/>
                </a:pPr>
                <a:endParaRPr lang="en-US" sz="2000" i="1" dirty="0">
                  <a:solidFill>
                    <a:schemeClr val="dk1"/>
                  </a:solidFill>
                  <a:latin typeface="Calibri"/>
                  <a:ea typeface="Calibri"/>
                  <a:cs typeface="Calibri"/>
                  <a:sym typeface="Calibri"/>
                </a:endParaRPr>
              </a:p>
              <a:p>
                <a:pPr>
                  <a:buClr>
                    <a:schemeClr val="dk1"/>
                  </a:buClr>
                  <a:buSzPts val="1100"/>
                </a:pPr>
                <a:r>
                  <a:rPr lang="en-US" sz="2000" i="1" u="sng" dirty="0">
                    <a:solidFill>
                      <a:schemeClr val="dk1"/>
                    </a:solidFill>
                    <a:latin typeface="Calibri"/>
                    <a:ea typeface="Calibri"/>
                    <a:cs typeface="Calibri"/>
                    <a:sym typeface="Calibri"/>
                  </a:rPr>
                  <a:t>Right</a:t>
                </a:r>
                <a:r>
                  <a:rPr lang="en-US" sz="2000" i="1" dirty="0">
                    <a:solidFill>
                      <a:schemeClr val="dk1"/>
                    </a:solidFill>
                    <a:latin typeface="Calibri"/>
                    <a:ea typeface="Calibri"/>
                    <a:cs typeface="Calibri"/>
                    <a:sym typeface="Calibri"/>
                  </a:rPr>
                  <a:t>: Internal components of a BEACO2N sensor, with the </a:t>
                </a:r>
                <a:r>
                  <a:rPr lang="en-US" sz="2000" i="1" dirty="0" err="1">
                    <a:solidFill>
                      <a:schemeClr val="dk1"/>
                    </a:solidFill>
                    <a:latin typeface="Calibri"/>
                    <a:ea typeface="Calibri"/>
                    <a:cs typeface="Calibri"/>
                    <a:sym typeface="Calibri"/>
                  </a:rPr>
                  <a:t>Alphasense</a:t>
                </a:r>
                <a:r>
                  <a:rPr lang="en-US" sz="2000" i="1" dirty="0">
                    <a:solidFill>
                      <a:schemeClr val="dk1"/>
                    </a:solidFill>
                    <a:latin typeface="Calibri"/>
                    <a:ea typeface="Calibri"/>
                    <a:cs typeface="Calibri"/>
                    <a:sym typeface="Calibri"/>
                  </a:rPr>
                  <a:t> CO-B4 sensor emphasized.</a:t>
                </a:r>
              </a:p>
              <a:p>
                <a:pPr>
                  <a:buClr>
                    <a:schemeClr val="dk1"/>
                  </a:buClr>
                  <a:buSzPts val="1100"/>
                </a:pPr>
                <a:endParaRPr lang="en-US" sz="2000" i="1" u="sng" dirty="0">
                  <a:solidFill>
                    <a:schemeClr val="dk1"/>
                  </a:solidFill>
                  <a:latin typeface="Calibri"/>
                  <a:ea typeface="Calibri"/>
                  <a:cs typeface="Calibri"/>
                  <a:sym typeface="Calibri"/>
                </a:endParaRPr>
              </a:p>
              <a:p>
                <a:pPr>
                  <a:buClr>
                    <a:schemeClr val="dk1"/>
                  </a:buClr>
                  <a:buSzPts val="1100"/>
                </a:pPr>
                <a:r>
                  <a:rPr lang="en-US" sz="2000" i="1" u="sng" dirty="0">
                    <a:solidFill>
                      <a:schemeClr val="dk1"/>
                    </a:solidFill>
                    <a:latin typeface="Calibri"/>
                    <a:ea typeface="Calibri"/>
                    <a:cs typeface="Calibri"/>
                    <a:sym typeface="Calibri"/>
                  </a:rPr>
                  <a:t>Bottom</a:t>
                </a:r>
                <a:r>
                  <a:rPr lang="en-US" sz="2000" i="1" dirty="0">
                    <a:solidFill>
                      <a:schemeClr val="dk1"/>
                    </a:solidFill>
                    <a:latin typeface="Calibri"/>
                    <a:ea typeface="Calibri"/>
                    <a:cs typeface="Calibri"/>
                    <a:sym typeface="Calibri"/>
                  </a:rPr>
                  <a:t>: A map of the Breathe Providence sensor network.</a:t>
                </a:r>
                <a:endParaRPr lang="en-US" sz="2000" i="1" u="sng" dirty="0">
                  <a:solidFill>
                    <a:schemeClr val="dk1"/>
                  </a:solidFill>
                  <a:latin typeface="Calibri"/>
                  <a:ea typeface="Calibri"/>
                  <a:cs typeface="Calibri"/>
                  <a:sym typeface="Calibri"/>
                </a:endParaRPr>
              </a:p>
            </p:txBody>
          </p:sp>
        </mc:Choice>
        <mc:Fallback>
          <p:sp>
            <p:nvSpPr>
              <p:cNvPr id="12" name="Google Shape;114;p13">
                <a:extLst>
                  <a:ext uri="{FF2B5EF4-FFF2-40B4-BE49-F238E27FC236}">
                    <a16:creationId xmlns:a16="http://schemas.microsoft.com/office/drawing/2014/main" id="{095D687F-0A8D-57CF-4131-DA14DFAAF0AD}"/>
                  </a:ext>
                </a:extLst>
              </p:cNvPr>
              <p:cNvSpPr txBox="1">
                <a:spLocks noGrp="1" noRot="1" noChangeAspect="1" noMove="1" noResize="1" noEditPoints="1" noAdjustHandles="1" noChangeArrowheads="1" noChangeShapeType="1" noTextEdit="1"/>
              </p:cNvSpPr>
              <p:nvPr/>
            </p:nvSpPr>
            <p:spPr>
              <a:xfrm>
                <a:off x="7260405" y="17828935"/>
                <a:ext cx="3488101" cy="4154959"/>
              </a:xfrm>
              <a:prstGeom prst="rect">
                <a:avLst/>
              </a:prstGeom>
              <a:blipFill>
                <a:blip r:embed="rId7"/>
                <a:stretch>
                  <a:fillRect l="-2174" t="-306" r="-2899" b="-1223"/>
                </a:stretch>
              </a:blipFill>
              <a:ln>
                <a:noFill/>
              </a:ln>
            </p:spPr>
            <p:txBody>
              <a:bodyPr/>
              <a:lstStyle/>
              <a:p>
                <a:r>
                  <a:rPr lang="en-US">
                    <a:noFill/>
                  </a:rPr>
                  <a:t> </a:t>
                </a:r>
              </a:p>
            </p:txBody>
          </p:sp>
        </mc:Fallback>
      </mc:AlternateContent>
      <p:pic>
        <p:nvPicPr>
          <p:cNvPr id="18" name="Picture 17">
            <a:extLst>
              <a:ext uri="{FF2B5EF4-FFF2-40B4-BE49-F238E27FC236}">
                <a16:creationId xmlns:a16="http://schemas.microsoft.com/office/drawing/2014/main" id="{E1AF4E2A-9D72-AC7F-F886-B64BFA5B95EB}"/>
              </a:ext>
            </a:extLst>
          </p:cNvPr>
          <p:cNvPicPr>
            <a:picLocks noGrp="1" noRot="1" noChangeAspect="1" noMove="1" noResize="1" noEditPoints="1" noAdjustHandles="1" noChangeArrowheads="1" noChangeShapeType="1" noCrop="1"/>
          </p:cNvPicPr>
          <p:nvPr/>
        </p:nvPicPr>
        <p:blipFill>
          <a:blip r:embed="rId8"/>
          <a:stretch>
            <a:fillRect/>
          </a:stretch>
        </p:blipFill>
        <p:spPr>
          <a:xfrm>
            <a:off x="12801600" y="5760720"/>
            <a:ext cx="5652656" cy="7315200"/>
          </a:xfrm>
          <a:prstGeom prst="rect">
            <a:avLst/>
          </a:prstGeom>
        </p:spPr>
      </p:pic>
      <p:pic>
        <p:nvPicPr>
          <p:cNvPr id="20" name="Picture 19">
            <a:extLst>
              <a:ext uri="{FF2B5EF4-FFF2-40B4-BE49-F238E27FC236}">
                <a16:creationId xmlns:a16="http://schemas.microsoft.com/office/drawing/2014/main" id="{E575314F-9A1C-08D8-651B-D8A14031D2BB}"/>
              </a:ext>
            </a:extLst>
          </p:cNvPr>
          <p:cNvPicPr>
            <a:picLocks noChangeAspect="1"/>
          </p:cNvPicPr>
          <p:nvPr/>
        </p:nvPicPr>
        <p:blipFill>
          <a:blip r:embed="rId9"/>
          <a:stretch>
            <a:fillRect/>
          </a:stretch>
        </p:blipFill>
        <p:spPr>
          <a:xfrm>
            <a:off x="24505920" y="13898880"/>
            <a:ext cx="5371750" cy="3836965"/>
          </a:xfrm>
          <a:prstGeom prst="rect">
            <a:avLst/>
          </a:prstGeom>
        </p:spPr>
      </p:pic>
      <p:pic>
        <p:nvPicPr>
          <p:cNvPr id="22" name="Picture 21">
            <a:extLst>
              <a:ext uri="{FF2B5EF4-FFF2-40B4-BE49-F238E27FC236}">
                <a16:creationId xmlns:a16="http://schemas.microsoft.com/office/drawing/2014/main" id="{C414E5D8-CD81-FCD5-7D6E-514E24A21BEE}"/>
              </a:ext>
            </a:extLst>
          </p:cNvPr>
          <p:cNvPicPr>
            <a:picLocks noChangeAspect="1"/>
          </p:cNvPicPr>
          <p:nvPr/>
        </p:nvPicPr>
        <p:blipFill>
          <a:blip r:embed="rId10"/>
          <a:stretch>
            <a:fillRect/>
          </a:stretch>
        </p:blipFill>
        <p:spPr>
          <a:xfrm>
            <a:off x="29992320" y="13898880"/>
            <a:ext cx="5371750" cy="3836965"/>
          </a:xfrm>
          <a:prstGeom prst="rect">
            <a:avLst/>
          </a:prstGeom>
        </p:spPr>
      </p:pic>
      <p:sp>
        <p:nvSpPr>
          <p:cNvPr id="23" name="TextBox 22">
            <a:extLst>
              <a:ext uri="{FF2B5EF4-FFF2-40B4-BE49-F238E27FC236}">
                <a16:creationId xmlns:a16="http://schemas.microsoft.com/office/drawing/2014/main" id="{C2693214-0DAC-588B-2C75-E70322F5C64D}"/>
              </a:ext>
            </a:extLst>
          </p:cNvPr>
          <p:cNvSpPr txBox="1"/>
          <p:nvPr/>
        </p:nvSpPr>
        <p:spPr>
          <a:xfrm>
            <a:off x="24414480" y="19202400"/>
            <a:ext cx="11308458" cy="4801379"/>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1000"/>
              </a:spcAft>
              <a:buClr>
                <a:srgbClr val="000000"/>
              </a:buClr>
              <a:buSzPts val="1100"/>
              <a:buFont typeface="Arial"/>
              <a:buNone/>
              <a:tabLst/>
              <a:defRPr/>
            </a:pPr>
            <a:r>
              <a:rPr kumimoji="0" lang="en-US" sz="2600" b="0" i="0" u="none" strike="noStrike" kern="0" cap="none" spc="0" normalizeH="0" baseline="0" noProof="0" dirty="0">
                <a:ln>
                  <a:noFill/>
                </a:ln>
                <a:solidFill>
                  <a:srgbClr val="000000"/>
                </a:solidFill>
                <a:effectLst/>
                <a:uLnTx/>
                <a:uFillTx/>
                <a:latin typeface="Calibri"/>
                <a:ea typeface="Calibri"/>
                <a:cs typeface="Calibri"/>
                <a:sym typeface="Calibri"/>
              </a:rPr>
              <a:t>This finding indicates that more study is needed regarding how low-cost sensor observations at strenuous meteorological conditions are processed. To the author’s knowledge, no reliability or calibration studies of low-cost gas sensors in air quality monitoring applications specifically examine data recorded at high temperature or relative humidity. Existing literature characterizes low-cost gas sensors as being unreliable at these meteorological conditions, however this characterization is solely determined by examining correlation with reference instruments. Though low-cost gas sensors may not correlate one-to-one with reference-grade instruments at these meteorological conditions, this finding suggests that these observations still carry information about the distribution of air quality during a given period.</a:t>
            </a:r>
          </a:p>
          <a:p>
            <a:endParaRPr lang="en-US" dirty="0"/>
          </a:p>
        </p:txBody>
      </p:sp>
      <p:sp>
        <p:nvSpPr>
          <p:cNvPr id="24" name="Google Shape;114;p13">
            <a:extLst>
              <a:ext uri="{FF2B5EF4-FFF2-40B4-BE49-F238E27FC236}">
                <a16:creationId xmlns:a16="http://schemas.microsoft.com/office/drawing/2014/main" id="{2981A85A-1C92-DA19-E0E5-F2FE7AE6CDC4}"/>
              </a:ext>
            </a:extLst>
          </p:cNvPr>
          <p:cNvSpPr txBox="1"/>
          <p:nvPr/>
        </p:nvSpPr>
        <p:spPr>
          <a:xfrm>
            <a:off x="24505920" y="18013680"/>
            <a:ext cx="11005854" cy="1031027"/>
          </a:xfrm>
          <a:prstGeom prst="rect">
            <a:avLst/>
          </a:prstGeom>
          <a:noFill/>
          <a:ln>
            <a:noFill/>
          </a:ln>
        </p:spPr>
        <p:txBody>
          <a:bodyPr spcFirstLastPara="1" wrap="square" lIns="76188" tIns="76188" rIns="76188" bIns="76188" anchor="t" anchorCtr="0">
            <a:spAutoFit/>
          </a:bodyPr>
          <a:lstStyle/>
          <a:p>
            <a:pPr algn="just">
              <a:buClr>
                <a:schemeClr val="dk1"/>
              </a:buClr>
              <a:buSzPts val="1100"/>
            </a:pPr>
            <a:r>
              <a:rPr lang="en-US" sz="1900" i="1" dirty="0">
                <a:solidFill>
                  <a:schemeClr val="dk1"/>
                </a:solidFill>
                <a:latin typeface="Calibri"/>
                <a:ea typeface="Calibri"/>
                <a:cs typeface="Calibri"/>
                <a:sym typeface="Calibri"/>
              </a:rPr>
              <a:t>Change in divergence after meteorological filtering for two Breathe Providence Network nodes. Environmental Protection Agency air quality monitor observations from Myron J. Francis Elementary School are used as reference in both cases. Blue dashed line shows mean divergence change across months deployed.</a:t>
            </a:r>
          </a:p>
        </p:txBody>
      </p:sp>
      <p:pic>
        <p:nvPicPr>
          <p:cNvPr id="3" name="Picture 2">
            <a:extLst>
              <a:ext uri="{FF2B5EF4-FFF2-40B4-BE49-F238E27FC236}">
                <a16:creationId xmlns:a16="http://schemas.microsoft.com/office/drawing/2014/main" id="{1CD2F823-1A56-86FE-5110-3812142490C2}"/>
              </a:ext>
            </a:extLst>
          </p:cNvPr>
          <p:cNvPicPr>
            <a:picLocks noGrp="1" noRot="1" noChangeAspect="1" noMove="1" noResize="1" noEditPoints="1" noAdjustHandles="1" noChangeArrowheads="1" noChangeShapeType="1" noCrop="1"/>
          </p:cNvPicPr>
          <p:nvPr/>
        </p:nvPicPr>
        <p:blipFill>
          <a:blip r:embed="rId11"/>
          <a:stretch>
            <a:fillRect/>
          </a:stretch>
        </p:blipFill>
        <p:spPr>
          <a:xfrm>
            <a:off x="1600200" y="17647920"/>
            <a:ext cx="4906719" cy="4516991"/>
          </a:xfrm>
          <a:prstGeom prst="rect">
            <a:avLst/>
          </a:prstGeom>
        </p:spPr>
      </p:pic>
      <p:sp>
        <p:nvSpPr>
          <p:cNvPr id="6" name="TextBox 5">
            <a:extLst>
              <a:ext uri="{FF2B5EF4-FFF2-40B4-BE49-F238E27FC236}">
                <a16:creationId xmlns:a16="http://schemas.microsoft.com/office/drawing/2014/main" id="{9647C55E-889C-90E0-C457-ADF474DDFEC5}"/>
              </a:ext>
            </a:extLst>
          </p:cNvPr>
          <p:cNvSpPr txBox="1"/>
          <p:nvPr/>
        </p:nvSpPr>
        <p:spPr>
          <a:xfrm>
            <a:off x="24545344" y="24140160"/>
            <a:ext cx="11268655" cy="15544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595959"/>
                </a:solidFill>
                <a:effectLst/>
                <a:uLnTx/>
                <a:uFillTx/>
                <a:latin typeface="Calibri"/>
                <a:ea typeface="Calibri"/>
                <a:cs typeface="Calibri"/>
                <a:sym typeface="Calibri"/>
              </a:rPr>
              <a:t>REFERENCES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Calibri"/>
              </a:rPr>
              <a:t>[1] </a:t>
            </a:r>
            <a:r>
              <a:rPr kumimoji="0" lang="en-US" sz="2000" b="1"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Sustained Performance of Low-Cost Air Quality Sensors in Long-Term Deployments. </a:t>
            </a: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Anna R. Winter, </a:t>
            </a:r>
            <a:r>
              <a:rPr kumimoji="0" lang="en-US" sz="2000" b="0" i="0" u="none" strike="noStrike" kern="0" cap="none" spc="0" normalizeH="0" baseline="0" noProof="0" dirty="0" err="1">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Yishu</a:t>
            </a: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 Zhu, Naomi G. </a:t>
            </a:r>
            <a:r>
              <a:rPr kumimoji="0" lang="en-US" sz="2000" b="0" i="0" u="none" strike="noStrike" kern="0" cap="none" spc="0" normalizeH="0" baseline="0" noProof="0" dirty="0" err="1">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Asimow</a:t>
            </a: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 Milan Y. Patel, and Ronald C. Cohen. </a:t>
            </a:r>
            <a:r>
              <a:rPr kumimoji="0" lang="en-US" sz="2000" b="0" i="1"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ACS Sensors</a:t>
            </a: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 </a:t>
            </a:r>
            <a:r>
              <a:rPr kumimoji="0" lang="en-US" sz="2000" b="1"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2025</a:t>
            </a: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 </a:t>
            </a:r>
            <a:r>
              <a:rPr kumimoji="0" lang="en-US" sz="2000" b="0" i="1"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10</a:t>
            </a:r>
            <a:r>
              <a:rPr kumimoji="0" lang="en-US" sz="2000" b="0" i="0"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 (6), 4329-4335. DOI: 10.1021/acssensors.5c00566 </a:t>
            </a:r>
            <a:endParaRPr kumimoji="0" lang="en-US" sz="2000" b="0" i="1" u="none" strike="noStrike" kern="0" cap="none" spc="0" normalizeH="0" baseline="0" noProof="0" dirty="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Calibri"/>
            </a:endParaRPr>
          </a:p>
          <a:p>
            <a:endParaRPr lang="en-US" dirty="0"/>
          </a:p>
        </p:txBody>
      </p:sp>
      <p:pic>
        <p:nvPicPr>
          <p:cNvPr id="10" name="Picture 9">
            <a:extLst>
              <a:ext uri="{FF2B5EF4-FFF2-40B4-BE49-F238E27FC236}">
                <a16:creationId xmlns:a16="http://schemas.microsoft.com/office/drawing/2014/main" id="{B5EC526B-12D6-5ACF-1D40-EB66F08E4E8F}"/>
              </a:ext>
            </a:extLst>
          </p:cNvPr>
          <p:cNvPicPr>
            <a:picLocks noGrp="1" noRot="1" noChangeAspect="1" noMove="1" noResize="1" noEditPoints="1" noAdjustHandles="1" noChangeArrowheads="1" noChangeShapeType="1" noCrop="1"/>
          </p:cNvPicPr>
          <p:nvPr/>
        </p:nvPicPr>
        <p:blipFill>
          <a:blip r:embed="rId12"/>
          <a:stretch>
            <a:fillRect/>
          </a:stretch>
        </p:blipFill>
        <p:spPr>
          <a:xfrm>
            <a:off x="18653760" y="5760720"/>
            <a:ext cx="5120640" cy="3657600"/>
          </a:xfrm>
          <a:prstGeom prst="rect">
            <a:avLst/>
          </a:prstGeom>
        </p:spPr>
      </p:pic>
      <p:pic>
        <p:nvPicPr>
          <p:cNvPr id="11" name="Picture 4">
            <a:extLst>
              <a:ext uri="{FF2B5EF4-FFF2-40B4-BE49-F238E27FC236}">
                <a16:creationId xmlns:a16="http://schemas.microsoft.com/office/drawing/2014/main" id="{0F3F3BE3-437C-7F12-29AA-725E4FF80AB4}"/>
              </a:ext>
            </a:extLst>
          </p:cNvPr>
          <p:cNvPicPr>
            <a:picLocks noGrp="1" noRot="1" noChangeAspect="1" noMove="1" noResize="1" noEditPoints="1" noAdjustHandles="1" noChangeArrowheads="1" noChangeShapeType="1" noCrop="1"/>
          </p:cNvPicPr>
          <p:nvPr/>
        </p:nvPicPr>
        <p:blipFill>
          <a:blip r:embed="rId13">
            <a:extLst>
              <a:ext uri="{28A0092B-C50C-407E-A947-70E740481C1C}">
                <a14:useLocalDpi xmlns:a14="http://schemas.microsoft.com/office/drawing/2010/main" val="0"/>
              </a:ext>
            </a:extLst>
          </a:blip>
          <a:srcRect/>
          <a:stretch>
            <a:fillRect/>
          </a:stretch>
        </p:blipFill>
        <p:spPr bwMode="auto">
          <a:xfrm>
            <a:off x="18653760" y="9418321"/>
            <a:ext cx="5120640" cy="36576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828</TotalTime>
  <Words>1169</Words>
  <Application>Microsoft Macintosh PowerPoint</Application>
  <PresentationFormat>Custom</PresentationFormat>
  <Paragraphs>36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Cambria Math</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Woodilla, Mike</dc:creator>
  <cp:lastModifiedBy>Woodilla, Mike</cp:lastModifiedBy>
  <cp:revision>11</cp:revision>
  <dcterms:modified xsi:type="dcterms:W3CDTF">2025-07-31T02:46:55Z</dcterms:modified>
</cp:coreProperties>
</file>