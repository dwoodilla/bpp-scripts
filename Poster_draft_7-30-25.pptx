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3"/>
  </p:notesMasterIdLst>
  <p:sldIdLst>
    <p:sldId id="256" r:id="rId2"/>
  </p:sldIdLst>
  <p:sldSz cx="43891200" cy="329184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0368">
          <p15:clr>
            <a:srgbClr val="A4A3A4"/>
          </p15:clr>
        </p15:guide>
        <p15:guide id="2" pos="13824">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inimized">
    <p:restoredLeft sz="4927"/>
    <p:restoredTop sz="94710"/>
  </p:normalViewPr>
  <p:slideViewPr>
    <p:cSldViewPr snapToGrid="0">
      <p:cViewPr>
        <p:scale>
          <a:sx n="50" d="100"/>
          <a:sy n="50" d="100"/>
        </p:scale>
        <p:origin x="236" y="24"/>
      </p:cViewPr>
      <p:guideLst>
        <p:guide orient="horz" pos="10368"/>
        <p:guide pos="13824"/>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86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86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86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86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86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86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86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86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86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86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86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86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86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86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86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86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86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86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86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86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86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86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86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86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3a43dcad26_1_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86" name="Google Shape;86;g23a43dcad26_1_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
        <p:cNvGrpSpPr/>
        <p:nvPr/>
      </p:nvGrpSpPr>
      <p:grpSpPr>
        <a:xfrm>
          <a:off x="0" y="0"/>
          <a:ext cx="0" cy="0"/>
          <a:chOff x="0" y="0"/>
          <a:chExt cx="0" cy="0"/>
        </a:xfrm>
      </p:grpSpPr>
      <p:sp>
        <p:nvSpPr>
          <p:cNvPr id="16" name="Google Shape;16;p2"/>
          <p:cNvSpPr txBox="1">
            <a:spLocks noGrp="1"/>
          </p:cNvSpPr>
          <p:nvPr>
            <p:ph type="dt" idx="10"/>
          </p:nvPr>
        </p:nvSpPr>
        <p:spPr>
          <a:xfrm>
            <a:off x="2194560" y="30510482"/>
            <a:ext cx="10241280" cy="1752600"/>
          </a:xfrm>
          <a:prstGeom prst="rect">
            <a:avLst/>
          </a:prstGeom>
          <a:noFill/>
          <a:ln>
            <a:noFill/>
          </a:ln>
        </p:spPr>
        <p:txBody>
          <a:bodyPr spcFirstLastPara="1" wrap="square" lIns="438900" tIns="219450" rIns="438900" bIns="21945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 name="Google Shape;17;p2"/>
          <p:cNvSpPr txBox="1">
            <a:spLocks noGrp="1"/>
          </p:cNvSpPr>
          <p:nvPr>
            <p:ph type="ftr" idx="11"/>
          </p:nvPr>
        </p:nvSpPr>
        <p:spPr>
          <a:xfrm>
            <a:off x="14996160" y="30510482"/>
            <a:ext cx="13898880" cy="1752600"/>
          </a:xfrm>
          <a:prstGeom prst="rect">
            <a:avLst/>
          </a:prstGeom>
          <a:noFill/>
          <a:ln>
            <a:noFill/>
          </a:ln>
        </p:spPr>
        <p:txBody>
          <a:bodyPr spcFirstLastPara="1" wrap="square" lIns="438900" tIns="219450" rIns="438900" bIns="21945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31455360" y="30510482"/>
            <a:ext cx="10241280" cy="1752600"/>
          </a:xfrm>
          <a:prstGeom prst="rect">
            <a:avLst/>
          </a:prstGeom>
          <a:noFill/>
          <a:ln>
            <a:noFill/>
          </a:ln>
        </p:spPr>
        <p:txBody>
          <a:bodyPr spcFirstLastPara="1" wrap="square" lIns="438900" tIns="219450" rIns="438900" bIns="2194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9"/>
        <p:cNvGrpSpPr/>
        <p:nvPr/>
      </p:nvGrpSpPr>
      <p:grpSpPr>
        <a:xfrm>
          <a:off x="0" y="0"/>
          <a:ext cx="0" cy="0"/>
          <a:chOff x="0" y="0"/>
          <a:chExt cx="0" cy="0"/>
        </a:xfrm>
      </p:grpSpPr>
      <p:sp>
        <p:nvSpPr>
          <p:cNvPr id="20" name="Google Shape;20;p3"/>
          <p:cNvSpPr txBox="1">
            <a:spLocks noGrp="1"/>
          </p:cNvSpPr>
          <p:nvPr>
            <p:ph type="ctrTitle"/>
          </p:nvPr>
        </p:nvSpPr>
        <p:spPr>
          <a:xfrm>
            <a:off x="3291840" y="10226042"/>
            <a:ext cx="37307520" cy="7056120"/>
          </a:xfrm>
          <a:prstGeom prst="rect">
            <a:avLst/>
          </a:prstGeom>
          <a:noFill/>
          <a:ln>
            <a:noFill/>
          </a:ln>
        </p:spPr>
        <p:txBody>
          <a:bodyPr spcFirstLastPara="1" wrap="square" lIns="438900" tIns="219450" rIns="438900" bIns="21945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 name="Google Shape;21;p3"/>
          <p:cNvSpPr txBox="1">
            <a:spLocks noGrp="1"/>
          </p:cNvSpPr>
          <p:nvPr>
            <p:ph type="subTitle" idx="1"/>
          </p:nvPr>
        </p:nvSpPr>
        <p:spPr>
          <a:xfrm>
            <a:off x="6583680" y="18653760"/>
            <a:ext cx="30723840" cy="8412480"/>
          </a:xfrm>
          <a:prstGeom prst="rect">
            <a:avLst/>
          </a:prstGeom>
          <a:noFill/>
          <a:ln>
            <a:noFill/>
          </a:ln>
        </p:spPr>
        <p:txBody>
          <a:bodyPr spcFirstLastPara="1" wrap="square" lIns="438900" tIns="219450" rIns="438900" bIns="219450" anchor="t" anchorCtr="0">
            <a:normAutofit/>
          </a:bodyPr>
          <a:lstStyle>
            <a:lvl1pPr lvl="0" algn="ctr">
              <a:spcBef>
                <a:spcPts val="3080"/>
              </a:spcBef>
              <a:spcAft>
                <a:spcPts val="0"/>
              </a:spcAft>
              <a:buClr>
                <a:srgbClr val="888888"/>
              </a:buClr>
              <a:buSzPts val="15400"/>
              <a:buNone/>
              <a:defRPr>
                <a:solidFill>
                  <a:srgbClr val="888888"/>
                </a:solidFill>
              </a:defRPr>
            </a:lvl1pPr>
            <a:lvl2pPr lvl="1" algn="ctr">
              <a:spcBef>
                <a:spcPts val="2680"/>
              </a:spcBef>
              <a:spcAft>
                <a:spcPts val="0"/>
              </a:spcAft>
              <a:buClr>
                <a:srgbClr val="888888"/>
              </a:buClr>
              <a:buSzPts val="13400"/>
              <a:buNone/>
              <a:defRPr>
                <a:solidFill>
                  <a:srgbClr val="888888"/>
                </a:solidFill>
              </a:defRPr>
            </a:lvl2pPr>
            <a:lvl3pPr lvl="2" algn="ctr">
              <a:spcBef>
                <a:spcPts val="2300"/>
              </a:spcBef>
              <a:spcAft>
                <a:spcPts val="0"/>
              </a:spcAft>
              <a:buClr>
                <a:srgbClr val="888888"/>
              </a:buClr>
              <a:buSzPts val="11500"/>
              <a:buNone/>
              <a:defRPr>
                <a:solidFill>
                  <a:srgbClr val="888888"/>
                </a:solidFill>
              </a:defRPr>
            </a:lvl3pPr>
            <a:lvl4pPr lvl="3" algn="ctr">
              <a:spcBef>
                <a:spcPts val="1920"/>
              </a:spcBef>
              <a:spcAft>
                <a:spcPts val="0"/>
              </a:spcAft>
              <a:buClr>
                <a:srgbClr val="888888"/>
              </a:buClr>
              <a:buSzPts val="9600"/>
              <a:buNone/>
              <a:defRPr>
                <a:solidFill>
                  <a:srgbClr val="888888"/>
                </a:solidFill>
              </a:defRPr>
            </a:lvl4pPr>
            <a:lvl5pPr lvl="4" algn="ctr">
              <a:spcBef>
                <a:spcPts val="1920"/>
              </a:spcBef>
              <a:spcAft>
                <a:spcPts val="0"/>
              </a:spcAft>
              <a:buClr>
                <a:srgbClr val="888888"/>
              </a:buClr>
              <a:buSzPts val="9600"/>
              <a:buNone/>
              <a:defRPr>
                <a:solidFill>
                  <a:srgbClr val="888888"/>
                </a:solidFill>
              </a:defRPr>
            </a:lvl5pPr>
            <a:lvl6pPr lvl="5" algn="ctr">
              <a:spcBef>
                <a:spcPts val="1920"/>
              </a:spcBef>
              <a:spcAft>
                <a:spcPts val="0"/>
              </a:spcAft>
              <a:buClr>
                <a:srgbClr val="888888"/>
              </a:buClr>
              <a:buSzPts val="9600"/>
              <a:buNone/>
              <a:defRPr>
                <a:solidFill>
                  <a:srgbClr val="888888"/>
                </a:solidFill>
              </a:defRPr>
            </a:lvl6pPr>
            <a:lvl7pPr lvl="6" algn="ctr">
              <a:spcBef>
                <a:spcPts val="1920"/>
              </a:spcBef>
              <a:spcAft>
                <a:spcPts val="0"/>
              </a:spcAft>
              <a:buClr>
                <a:srgbClr val="888888"/>
              </a:buClr>
              <a:buSzPts val="9600"/>
              <a:buNone/>
              <a:defRPr>
                <a:solidFill>
                  <a:srgbClr val="888888"/>
                </a:solidFill>
              </a:defRPr>
            </a:lvl7pPr>
            <a:lvl8pPr lvl="7" algn="ctr">
              <a:spcBef>
                <a:spcPts val="1920"/>
              </a:spcBef>
              <a:spcAft>
                <a:spcPts val="0"/>
              </a:spcAft>
              <a:buClr>
                <a:srgbClr val="888888"/>
              </a:buClr>
              <a:buSzPts val="9600"/>
              <a:buNone/>
              <a:defRPr>
                <a:solidFill>
                  <a:srgbClr val="888888"/>
                </a:solidFill>
              </a:defRPr>
            </a:lvl8pPr>
            <a:lvl9pPr lvl="8" algn="ctr">
              <a:spcBef>
                <a:spcPts val="1920"/>
              </a:spcBef>
              <a:spcAft>
                <a:spcPts val="0"/>
              </a:spcAft>
              <a:buClr>
                <a:srgbClr val="888888"/>
              </a:buClr>
              <a:buSzPts val="9600"/>
              <a:buNone/>
              <a:defRPr>
                <a:solidFill>
                  <a:srgbClr val="888888"/>
                </a:solidFill>
              </a:defRPr>
            </a:lvl9pPr>
          </a:lstStyle>
          <a:p>
            <a:endParaRPr/>
          </a:p>
        </p:txBody>
      </p:sp>
      <p:sp>
        <p:nvSpPr>
          <p:cNvPr id="22" name="Google Shape;22;p3"/>
          <p:cNvSpPr txBox="1">
            <a:spLocks noGrp="1"/>
          </p:cNvSpPr>
          <p:nvPr>
            <p:ph type="dt" idx="10"/>
          </p:nvPr>
        </p:nvSpPr>
        <p:spPr>
          <a:xfrm>
            <a:off x="2194560" y="30510482"/>
            <a:ext cx="10241280" cy="1752600"/>
          </a:xfrm>
          <a:prstGeom prst="rect">
            <a:avLst/>
          </a:prstGeom>
          <a:noFill/>
          <a:ln>
            <a:noFill/>
          </a:ln>
        </p:spPr>
        <p:txBody>
          <a:bodyPr spcFirstLastPara="1" wrap="square" lIns="438900" tIns="219450" rIns="438900" bIns="21945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3"/>
          <p:cNvSpPr txBox="1">
            <a:spLocks noGrp="1"/>
          </p:cNvSpPr>
          <p:nvPr>
            <p:ph type="ftr" idx="11"/>
          </p:nvPr>
        </p:nvSpPr>
        <p:spPr>
          <a:xfrm>
            <a:off x="14996160" y="30510482"/>
            <a:ext cx="13898880" cy="1752600"/>
          </a:xfrm>
          <a:prstGeom prst="rect">
            <a:avLst/>
          </a:prstGeom>
          <a:noFill/>
          <a:ln>
            <a:noFill/>
          </a:ln>
        </p:spPr>
        <p:txBody>
          <a:bodyPr spcFirstLastPara="1" wrap="square" lIns="438900" tIns="219450" rIns="438900" bIns="21945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 name="Google Shape;24;p3"/>
          <p:cNvSpPr txBox="1">
            <a:spLocks noGrp="1"/>
          </p:cNvSpPr>
          <p:nvPr>
            <p:ph type="sldNum" idx="12"/>
          </p:nvPr>
        </p:nvSpPr>
        <p:spPr>
          <a:xfrm>
            <a:off x="31455360" y="30510482"/>
            <a:ext cx="10241280" cy="1752600"/>
          </a:xfrm>
          <a:prstGeom prst="rect">
            <a:avLst/>
          </a:prstGeom>
          <a:noFill/>
          <a:ln>
            <a:noFill/>
          </a:ln>
        </p:spPr>
        <p:txBody>
          <a:bodyPr spcFirstLastPara="1" wrap="square" lIns="438900" tIns="219450" rIns="438900" bIns="2194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2194560" y="1318262"/>
            <a:ext cx="39502080" cy="5486400"/>
          </a:xfrm>
          <a:prstGeom prst="rect">
            <a:avLst/>
          </a:prstGeom>
          <a:noFill/>
          <a:ln>
            <a:noFill/>
          </a:ln>
        </p:spPr>
        <p:txBody>
          <a:bodyPr spcFirstLastPara="1" wrap="square" lIns="438900" tIns="219450" rIns="438900" bIns="21945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 name="Google Shape;27;p4"/>
          <p:cNvSpPr txBox="1">
            <a:spLocks noGrp="1"/>
          </p:cNvSpPr>
          <p:nvPr>
            <p:ph type="body" idx="1"/>
          </p:nvPr>
        </p:nvSpPr>
        <p:spPr>
          <a:xfrm>
            <a:off x="2194560" y="7680963"/>
            <a:ext cx="39502080" cy="21724622"/>
          </a:xfrm>
          <a:prstGeom prst="rect">
            <a:avLst/>
          </a:prstGeom>
          <a:noFill/>
          <a:ln>
            <a:noFill/>
          </a:ln>
        </p:spPr>
        <p:txBody>
          <a:bodyPr spcFirstLastPara="1" wrap="square" lIns="438900" tIns="219450" rIns="438900" bIns="21945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8" name="Google Shape;28;p4"/>
          <p:cNvSpPr txBox="1">
            <a:spLocks noGrp="1"/>
          </p:cNvSpPr>
          <p:nvPr>
            <p:ph type="dt" idx="10"/>
          </p:nvPr>
        </p:nvSpPr>
        <p:spPr>
          <a:xfrm>
            <a:off x="2194560" y="30510482"/>
            <a:ext cx="10241280" cy="1752600"/>
          </a:xfrm>
          <a:prstGeom prst="rect">
            <a:avLst/>
          </a:prstGeom>
          <a:noFill/>
          <a:ln>
            <a:noFill/>
          </a:ln>
        </p:spPr>
        <p:txBody>
          <a:bodyPr spcFirstLastPara="1" wrap="square" lIns="438900" tIns="219450" rIns="438900" bIns="21945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 name="Google Shape;29;p4"/>
          <p:cNvSpPr txBox="1">
            <a:spLocks noGrp="1"/>
          </p:cNvSpPr>
          <p:nvPr>
            <p:ph type="ftr" idx="11"/>
          </p:nvPr>
        </p:nvSpPr>
        <p:spPr>
          <a:xfrm>
            <a:off x="14996160" y="30510482"/>
            <a:ext cx="13898880" cy="1752600"/>
          </a:xfrm>
          <a:prstGeom prst="rect">
            <a:avLst/>
          </a:prstGeom>
          <a:noFill/>
          <a:ln>
            <a:noFill/>
          </a:ln>
        </p:spPr>
        <p:txBody>
          <a:bodyPr spcFirstLastPara="1" wrap="square" lIns="438900" tIns="219450" rIns="438900" bIns="21945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4"/>
          <p:cNvSpPr txBox="1">
            <a:spLocks noGrp="1"/>
          </p:cNvSpPr>
          <p:nvPr>
            <p:ph type="sldNum" idx="12"/>
          </p:nvPr>
        </p:nvSpPr>
        <p:spPr>
          <a:xfrm>
            <a:off x="31455360" y="30510482"/>
            <a:ext cx="10241280" cy="1752600"/>
          </a:xfrm>
          <a:prstGeom prst="rect">
            <a:avLst/>
          </a:prstGeom>
          <a:noFill/>
          <a:ln>
            <a:noFill/>
          </a:ln>
        </p:spPr>
        <p:txBody>
          <a:bodyPr spcFirstLastPara="1" wrap="square" lIns="438900" tIns="219450" rIns="438900" bIns="2194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3467102" y="21153122"/>
            <a:ext cx="37307520" cy="6537960"/>
          </a:xfrm>
          <a:prstGeom prst="rect">
            <a:avLst/>
          </a:prstGeom>
          <a:noFill/>
          <a:ln>
            <a:noFill/>
          </a:ln>
        </p:spPr>
        <p:txBody>
          <a:bodyPr spcFirstLastPara="1" wrap="square" lIns="438900" tIns="219450" rIns="438900" bIns="219450" anchor="t" anchorCtr="0">
            <a:normAutofit/>
          </a:bodyPr>
          <a:lstStyle>
            <a:lvl1pPr lvl="0" algn="l">
              <a:spcBef>
                <a:spcPts val="0"/>
              </a:spcBef>
              <a:spcAft>
                <a:spcPts val="0"/>
              </a:spcAft>
              <a:buClr>
                <a:schemeClr val="dk1"/>
              </a:buClr>
              <a:buSzPts val="19200"/>
              <a:buFont typeface="Calibri"/>
              <a:buNone/>
              <a:defRPr sz="192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 name="Google Shape;33;p5"/>
          <p:cNvSpPr txBox="1">
            <a:spLocks noGrp="1"/>
          </p:cNvSpPr>
          <p:nvPr>
            <p:ph type="body" idx="1"/>
          </p:nvPr>
        </p:nvSpPr>
        <p:spPr>
          <a:xfrm>
            <a:off x="3467102" y="13952225"/>
            <a:ext cx="37307520" cy="7200898"/>
          </a:xfrm>
          <a:prstGeom prst="rect">
            <a:avLst/>
          </a:prstGeom>
          <a:noFill/>
          <a:ln>
            <a:noFill/>
          </a:ln>
        </p:spPr>
        <p:txBody>
          <a:bodyPr spcFirstLastPara="1" wrap="square" lIns="438900" tIns="219450" rIns="438900" bIns="219450" anchor="b" anchorCtr="0">
            <a:normAutofit/>
          </a:bodyPr>
          <a:lstStyle>
            <a:lvl1pPr marL="457200" lvl="0" indent="-228600" algn="l">
              <a:spcBef>
                <a:spcPts val="1920"/>
              </a:spcBef>
              <a:spcAft>
                <a:spcPts val="0"/>
              </a:spcAft>
              <a:buClr>
                <a:srgbClr val="888888"/>
              </a:buClr>
              <a:buSzPts val="9600"/>
              <a:buNone/>
              <a:defRPr sz="9600">
                <a:solidFill>
                  <a:srgbClr val="888888"/>
                </a:solidFill>
              </a:defRPr>
            </a:lvl1pPr>
            <a:lvl2pPr marL="914400" lvl="1" indent="-228600" algn="l">
              <a:spcBef>
                <a:spcPts val="1720"/>
              </a:spcBef>
              <a:spcAft>
                <a:spcPts val="0"/>
              </a:spcAft>
              <a:buClr>
                <a:srgbClr val="888888"/>
              </a:buClr>
              <a:buSzPts val="8600"/>
              <a:buNone/>
              <a:defRPr sz="8600">
                <a:solidFill>
                  <a:srgbClr val="888888"/>
                </a:solidFill>
              </a:defRPr>
            </a:lvl2pPr>
            <a:lvl3pPr marL="1371600" lvl="2" indent="-228600" algn="l">
              <a:spcBef>
                <a:spcPts val="1540"/>
              </a:spcBef>
              <a:spcAft>
                <a:spcPts val="0"/>
              </a:spcAft>
              <a:buClr>
                <a:srgbClr val="888888"/>
              </a:buClr>
              <a:buSzPts val="7700"/>
              <a:buNone/>
              <a:defRPr sz="7700">
                <a:solidFill>
                  <a:srgbClr val="888888"/>
                </a:solidFill>
              </a:defRPr>
            </a:lvl3pPr>
            <a:lvl4pPr marL="1828800" lvl="3" indent="-228600" algn="l">
              <a:spcBef>
                <a:spcPts val="1340"/>
              </a:spcBef>
              <a:spcAft>
                <a:spcPts val="0"/>
              </a:spcAft>
              <a:buClr>
                <a:srgbClr val="888888"/>
              </a:buClr>
              <a:buSzPts val="6700"/>
              <a:buNone/>
              <a:defRPr sz="6700">
                <a:solidFill>
                  <a:srgbClr val="888888"/>
                </a:solidFill>
              </a:defRPr>
            </a:lvl4pPr>
            <a:lvl5pPr marL="2286000" lvl="4" indent="-228600" algn="l">
              <a:spcBef>
                <a:spcPts val="1340"/>
              </a:spcBef>
              <a:spcAft>
                <a:spcPts val="0"/>
              </a:spcAft>
              <a:buClr>
                <a:srgbClr val="888888"/>
              </a:buClr>
              <a:buSzPts val="6700"/>
              <a:buNone/>
              <a:defRPr sz="6700">
                <a:solidFill>
                  <a:srgbClr val="888888"/>
                </a:solidFill>
              </a:defRPr>
            </a:lvl5pPr>
            <a:lvl6pPr marL="2743200" lvl="5" indent="-228600" algn="l">
              <a:spcBef>
                <a:spcPts val="1340"/>
              </a:spcBef>
              <a:spcAft>
                <a:spcPts val="0"/>
              </a:spcAft>
              <a:buClr>
                <a:srgbClr val="888888"/>
              </a:buClr>
              <a:buSzPts val="6700"/>
              <a:buNone/>
              <a:defRPr sz="6700">
                <a:solidFill>
                  <a:srgbClr val="888888"/>
                </a:solidFill>
              </a:defRPr>
            </a:lvl6pPr>
            <a:lvl7pPr marL="3200400" lvl="6" indent="-228600" algn="l">
              <a:spcBef>
                <a:spcPts val="1340"/>
              </a:spcBef>
              <a:spcAft>
                <a:spcPts val="0"/>
              </a:spcAft>
              <a:buClr>
                <a:srgbClr val="888888"/>
              </a:buClr>
              <a:buSzPts val="6700"/>
              <a:buNone/>
              <a:defRPr sz="6700">
                <a:solidFill>
                  <a:srgbClr val="888888"/>
                </a:solidFill>
              </a:defRPr>
            </a:lvl7pPr>
            <a:lvl8pPr marL="3657600" lvl="7" indent="-228600" algn="l">
              <a:spcBef>
                <a:spcPts val="1340"/>
              </a:spcBef>
              <a:spcAft>
                <a:spcPts val="0"/>
              </a:spcAft>
              <a:buClr>
                <a:srgbClr val="888888"/>
              </a:buClr>
              <a:buSzPts val="6700"/>
              <a:buNone/>
              <a:defRPr sz="6700">
                <a:solidFill>
                  <a:srgbClr val="888888"/>
                </a:solidFill>
              </a:defRPr>
            </a:lvl8pPr>
            <a:lvl9pPr marL="4114800" lvl="8" indent="-228600" algn="l">
              <a:spcBef>
                <a:spcPts val="1340"/>
              </a:spcBef>
              <a:spcAft>
                <a:spcPts val="0"/>
              </a:spcAft>
              <a:buClr>
                <a:srgbClr val="888888"/>
              </a:buClr>
              <a:buSzPts val="6700"/>
              <a:buNone/>
              <a:defRPr sz="6700">
                <a:solidFill>
                  <a:srgbClr val="888888"/>
                </a:solidFill>
              </a:defRPr>
            </a:lvl9pPr>
          </a:lstStyle>
          <a:p>
            <a:endParaRPr/>
          </a:p>
        </p:txBody>
      </p:sp>
      <p:sp>
        <p:nvSpPr>
          <p:cNvPr id="34" name="Google Shape;34;p5"/>
          <p:cNvSpPr txBox="1">
            <a:spLocks noGrp="1"/>
          </p:cNvSpPr>
          <p:nvPr>
            <p:ph type="dt" idx="10"/>
          </p:nvPr>
        </p:nvSpPr>
        <p:spPr>
          <a:xfrm>
            <a:off x="2194560" y="30510482"/>
            <a:ext cx="10241280" cy="1752600"/>
          </a:xfrm>
          <a:prstGeom prst="rect">
            <a:avLst/>
          </a:prstGeom>
          <a:noFill/>
          <a:ln>
            <a:noFill/>
          </a:ln>
        </p:spPr>
        <p:txBody>
          <a:bodyPr spcFirstLastPara="1" wrap="square" lIns="438900" tIns="219450" rIns="438900" bIns="21945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5"/>
          <p:cNvSpPr txBox="1">
            <a:spLocks noGrp="1"/>
          </p:cNvSpPr>
          <p:nvPr>
            <p:ph type="ftr" idx="11"/>
          </p:nvPr>
        </p:nvSpPr>
        <p:spPr>
          <a:xfrm>
            <a:off x="14996160" y="30510482"/>
            <a:ext cx="13898880" cy="1752600"/>
          </a:xfrm>
          <a:prstGeom prst="rect">
            <a:avLst/>
          </a:prstGeom>
          <a:noFill/>
          <a:ln>
            <a:noFill/>
          </a:ln>
        </p:spPr>
        <p:txBody>
          <a:bodyPr spcFirstLastPara="1" wrap="square" lIns="438900" tIns="219450" rIns="438900" bIns="21945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5"/>
          <p:cNvSpPr txBox="1">
            <a:spLocks noGrp="1"/>
          </p:cNvSpPr>
          <p:nvPr>
            <p:ph type="sldNum" idx="12"/>
          </p:nvPr>
        </p:nvSpPr>
        <p:spPr>
          <a:xfrm>
            <a:off x="31455360" y="30510482"/>
            <a:ext cx="10241280" cy="1752600"/>
          </a:xfrm>
          <a:prstGeom prst="rect">
            <a:avLst/>
          </a:prstGeom>
          <a:noFill/>
          <a:ln>
            <a:noFill/>
          </a:ln>
        </p:spPr>
        <p:txBody>
          <a:bodyPr spcFirstLastPara="1" wrap="square" lIns="438900" tIns="219450" rIns="438900" bIns="2194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7"/>
        <p:cNvGrpSpPr/>
        <p:nvPr/>
      </p:nvGrpSpPr>
      <p:grpSpPr>
        <a:xfrm>
          <a:off x="0" y="0"/>
          <a:ext cx="0" cy="0"/>
          <a:chOff x="0" y="0"/>
          <a:chExt cx="0" cy="0"/>
        </a:xfrm>
      </p:grpSpPr>
      <p:sp>
        <p:nvSpPr>
          <p:cNvPr id="38" name="Google Shape;38;p6"/>
          <p:cNvSpPr txBox="1">
            <a:spLocks noGrp="1"/>
          </p:cNvSpPr>
          <p:nvPr>
            <p:ph type="title"/>
          </p:nvPr>
        </p:nvSpPr>
        <p:spPr>
          <a:xfrm>
            <a:off x="2194560" y="1318262"/>
            <a:ext cx="39502080" cy="5486400"/>
          </a:xfrm>
          <a:prstGeom prst="rect">
            <a:avLst/>
          </a:prstGeom>
          <a:noFill/>
          <a:ln>
            <a:noFill/>
          </a:ln>
        </p:spPr>
        <p:txBody>
          <a:bodyPr spcFirstLastPara="1" wrap="square" lIns="438900" tIns="219450" rIns="438900" bIns="21945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6"/>
          <p:cNvSpPr txBox="1">
            <a:spLocks noGrp="1"/>
          </p:cNvSpPr>
          <p:nvPr>
            <p:ph type="body" idx="1"/>
          </p:nvPr>
        </p:nvSpPr>
        <p:spPr>
          <a:xfrm>
            <a:off x="2194560" y="7680963"/>
            <a:ext cx="19385280" cy="21724622"/>
          </a:xfrm>
          <a:prstGeom prst="rect">
            <a:avLst/>
          </a:prstGeom>
          <a:noFill/>
          <a:ln>
            <a:noFill/>
          </a:ln>
        </p:spPr>
        <p:txBody>
          <a:bodyPr spcFirstLastPara="1" wrap="square" lIns="438900" tIns="219450" rIns="438900" bIns="219450" anchor="t" anchorCtr="0">
            <a:normAutofit/>
          </a:bodyPr>
          <a:lstStyle>
            <a:lvl1pPr marL="457200" lvl="0" indent="-1079500" algn="l">
              <a:spcBef>
                <a:spcPts val="2680"/>
              </a:spcBef>
              <a:spcAft>
                <a:spcPts val="0"/>
              </a:spcAft>
              <a:buClr>
                <a:schemeClr val="dk1"/>
              </a:buClr>
              <a:buSzPts val="13400"/>
              <a:buChar char="•"/>
              <a:defRPr sz="13400"/>
            </a:lvl1pPr>
            <a:lvl2pPr marL="914400" lvl="1" indent="-958850" algn="l">
              <a:spcBef>
                <a:spcPts val="2300"/>
              </a:spcBef>
              <a:spcAft>
                <a:spcPts val="0"/>
              </a:spcAft>
              <a:buClr>
                <a:schemeClr val="dk1"/>
              </a:buClr>
              <a:buSzPts val="11500"/>
              <a:buChar char="–"/>
              <a:defRPr sz="11500"/>
            </a:lvl2pPr>
            <a:lvl3pPr marL="1371600" lvl="2" indent="-838200" algn="l">
              <a:spcBef>
                <a:spcPts val="1920"/>
              </a:spcBef>
              <a:spcAft>
                <a:spcPts val="0"/>
              </a:spcAft>
              <a:buClr>
                <a:schemeClr val="dk1"/>
              </a:buClr>
              <a:buSzPts val="9600"/>
              <a:buChar char="•"/>
              <a:defRPr sz="9600"/>
            </a:lvl3pPr>
            <a:lvl4pPr marL="1828800" lvl="3" indent="-774700" algn="l">
              <a:spcBef>
                <a:spcPts val="1720"/>
              </a:spcBef>
              <a:spcAft>
                <a:spcPts val="0"/>
              </a:spcAft>
              <a:buClr>
                <a:schemeClr val="dk1"/>
              </a:buClr>
              <a:buSzPts val="8600"/>
              <a:buChar char="–"/>
              <a:defRPr sz="8600"/>
            </a:lvl4pPr>
            <a:lvl5pPr marL="2286000" lvl="4" indent="-774700" algn="l">
              <a:spcBef>
                <a:spcPts val="1720"/>
              </a:spcBef>
              <a:spcAft>
                <a:spcPts val="0"/>
              </a:spcAft>
              <a:buClr>
                <a:schemeClr val="dk1"/>
              </a:buClr>
              <a:buSzPts val="8600"/>
              <a:buChar char="»"/>
              <a:defRPr sz="8600"/>
            </a:lvl5pPr>
            <a:lvl6pPr marL="2743200" lvl="5" indent="-774700" algn="l">
              <a:spcBef>
                <a:spcPts val="1720"/>
              </a:spcBef>
              <a:spcAft>
                <a:spcPts val="0"/>
              </a:spcAft>
              <a:buClr>
                <a:schemeClr val="dk1"/>
              </a:buClr>
              <a:buSzPts val="8600"/>
              <a:buChar char="•"/>
              <a:defRPr sz="8600"/>
            </a:lvl6pPr>
            <a:lvl7pPr marL="3200400" lvl="6" indent="-774700" algn="l">
              <a:spcBef>
                <a:spcPts val="1720"/>
              </a:spcBef>
              <a:spcAft>
                <a:spcPts val="0"/>
              </a:spcAft>
              <a:buClr>
                <a:schemeClr val="dk1"/>
              </a:buClr>
              <a:buSzPts val="8600"/>
              <a:buChar char="•"/>
              <a:defRPr sz="8600"/>
            </a:lvl7pPr>
            <a:lvl8pPr marL="3657600" lvl="7" indent="-774700" algn="l">
              <a:spcBef>
                <a:spcPts val="1720"/>
              </a:spcBef>
              <a:spcAft>
                <a:spcPts val="0"/>
              </a:spcAft>
              <a:buClr>
                <a:schemeClr val="dk1"/>
              </a:buClr>
              <a:buSzPts val="8600"/>
              <a:buChar char="•"/>
              <a:defRPr sz="8600"/>
            </a:lvl8pPr>
            <a:lvl9pPr marL="4114800" lvl="8" indent="-774700" algn="l">
              <a:spcBef>
                <a:spcPts val="1720"/>
              </a:spcBef>
              <a:spcAft>
                <a:spcPts val="0"/>
              </a:spcAft>
              <a:buClr>
                <a:schemeClr val="dk1"/>
              </a:buClr>
              <a:buSzPts val="8600"/>
              <a:buChar char="•"/>
              <a:defRPr sz="8600"/>
            </a:lvl9pPr>
          </a:lstStyle>
          <a:p>
            <a:endParaRPr/>
          </a:p>
        </p:txBody>
      </p:sp>
      <p:sp>
        <p:nvSpPr>
          <p:cNvPr id="40" name="Google Shape;40;p6"/>
          <p:cNvSpPr txBox="1">
            <a:spLocks noGrp="1"/>
          </p:cNvSpPr>
          <p:nvPr>
            <p:ph type="body" idx="2"/>
          </p:nvPr>
        </p:nvSpPr>
        <p:spPr>
          <a:xfrm>
            <a:off x="22311360" y="7680963"/>
            <a:ext cx="19385280" cy="21724622"/>
          </a:xfrm>
          <a:prstGeom prst="rect">
            <a:avLst/>
          </a:prstGeom>
          <a:noFill/>
          <a:ln>
            <a:noFill/>
          </a:ln>
        </p:spPr>
        <p:txBody>
          <a:bodyPr spcFirstLastPara="1" wrap="square" lIns="438900" tIns="219450" rIns="438900" bIns="219450" anchor="t" anchorCtr="0">
            <a:normAutofit/>
          </a:bodyPr>
          <a:lstStyle>
            <a:lvl1pPr marL="457200" lvl="0" indent="-1079500" algn="l">
              <a:spcBef>
                <a:spcPts val="2680"/>
              </a:spcBef>
              <a:spcAft>
                <a:spcPts val="0"/>
              </a:spcAft>
              <a:buClr>
                <a:schemeClr val="dk1"/>
              </a:buClr>
              <a:buSzPts val="13400"/>
              <a:buChar char="•"/>
              <a:defRPr sz="13400"/>
            </a:lvl1pPr>
            <a:lvl2pPr marL="914400" lvl="1" indent="-958850" algn="l">
              <a:spcBef>
                <a:spcPts val="2300"/>
              </a:spcBef>
              <a:spcAft>
                <a:spcPts val="0"/>
              </a:spcAft>
              <a:buClr>
                <a:schemeClr val="dk1"/>
              </a:buClr>
              <a:buSzPts val="11500"/>
              <a:buChar char="–"/>
              <a:defRPr sz="11500"/>
            </a:lvl2pPr>
            <a:lvl3pPr marL="1371600" lvl="2" indent="-838200" algn="l">
              <a:spcBef>
                <a:spcPts val="1920"/>
              </a:spcBef>
              <a:spcAft>
                <a:spcPts val="0"/>
              </a:spcAft>
              <a:buClr>
                <a:schemeClr val="dk1"/>
              </a:buClr>
              <a:buSzPts val="9600"/>
              <a:buChar char="•"/>
              <a:defRPr sz="9600"/>
            </a:lvl3pPr>
            <a:lvl4pPr marL="1828800" lvl="3" indent="-774700" algn="l">
              <a:spcBef>
                <a:spcPts val="1720"/>
              </a:spcBef>
              <a:spcAft>
                <a:spcPts val="0"/>
              </a:spcAft>
              <a:buClr>
                <a:schemeClr val="dk1"/>
              </a:buClr>
              <a:buSzPts val="8600"/>
              <a:buChar char="–"/>
              <a:defRPr sz="8600"/>
            </a:lvl4pPr>
            <a:lvl5pPr marL="2286000" lvl="4" indent="-774700" algn="l">
              <a:spcBef>
                <a:spcPts val="1720"/>
              </a:spcBef>
              <a:spcAft>
                <a:spcPts val="0"/>
              </a:spcAft>
              <a:buClr>
                <a:schemeClr val="dk1"/>
              </a:buClr>
              <a:buSzPts val="8600"/>
              <a:buChar char="»"/>
              <a:defRPr sz="8600"/>
            </a:lvl5pPr>
            <a:lvl6pPr marL="2743200" lvl="5" indent="-774700" algn="l">
              <a:spcBef>
                <a:spcPts val="1720"/>
              </a:spcBef>
              <a:spcAft>
                <a:spcPts val="0"/>
              </a:spcAft>
              <a:buClr>
                <a:schemeClr val="dk1"/>
              </a:buClr>
              <a:buSzPts val="8600"/>
              <a:buChar char="•"/>
              <a:defRPr sz="8600"/>
            </a:lvl6pPr>
            <a:lvl7pPr marL="3200400" lvl="6" indent="-774700" algn="l">
              <a:spcBef>
                <a:spcPts val="1720"/>
              </a:spcBef>
              <a:spcAft>
                <a:spcPts val="0"/>
              </a:spcAft>
              <a:buClr>
                <a:schemeClr val="dk1"/>
              </a:buClr>
              <a:buSzPts val="8600"/>
              <a:buChar char="•"/>
              <a:defRPr sz="8600"/>
            </a:lvl7pPr>
            <a:lvl8pPr marL="3657600" lvl="7" indent="-774700" algn="l">
              <a:spcBef>
                <a:spcPts val="1720"/>
              </a:spcBef>
              <a:spcAft>
                <a:spcPts val="0"/>
              </a:spcAft>
              <a:buClr>
                <a:schemeClr val="dk1"/>
              </a:buClr>
              <a:buSzPts val="8600"/>
              <a:buChar char="•"/>
              <a:defRPr sz="8600"/>
            </a:lvl8pPr>
            <a:lvl9pPr marL="4114800" lvl="8" indent="-774700" algn="l">
              <a:spcBef>
                <a:spcPts val="1720"/>
              </a:spcBef>
              <a:spcAft>
                <a:spcPts val="0"/>
              </a:spcAft>
              <a:buClr>
                <a:schemeClr val="dk1"/>
              </a:buClr>
              <a:buSzPts val="8600"/>
              <a:buChar char="•"/>
              <a:defRPr sz="8600"/>
            </a:lvl9pPr>
          </a:lstStyle>
          <a:p>
            <a:endParaRPr/>
          </a:p>
        </p:txBody>
      </p:sp>
      <p:sp>
        <p:nvSpPr>
          <p:cNvPr id="41" name="Google Shape;41;p6"/>
          <p:cNvSpPr txBox="1">
            <a:spLocks noGrp="1"/>
          </p:cNvSpPr>
          <p:nvPr>
            <p:ph type="dt" idx="10"/>
          </p:nvPr>
        </p:nvSpPr>
        <p:spPr>
          <a:xfrm>
            <a:off x="2194560" y="30510482"/>
            <a:ext cx="10241280" cy="1752600"/>
          </a:xfrm>
          <a:prstGeom prst="rect">
            <a:avLst/>
          </a:prstGeom>
          <a:noFill/>
          <a:ln>
            <a:noFill/>
          </a:ln>
        </p:spPr>
        <p:txBody>
          <a:bodyPr spcFirstLastPara="1" wrap="square" lIns="438900" tIns="219450" rIns="438900" bIns="21945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6"/>
          <p:cNvSpPr txBox="1">
            <a:spLocks noGrp="1"/>
          </p:cNvSpPr>
          <p:nvPr>
            <p:ph type="ftr" idx="11"/>
          </p:nvPr>
        </p:nvSpPr>
        <p:spPr>
          <a:xfrm>
            <a:off x="14996160" y="30510482"/>
            <a:ext cx="13898880" cy="1752600"/>
          </a:xfrm>
          <a:prstGeom prst="rect">
            <a:avLst/>
          </a:prstGeom>
          <a:noFill/>
          <a:ln>
            <a:noFill/>
          </a:ln>
        </p:spPr>
        <p:txBody>
          <a:bodyPr spcFirstLastPara="1" wrap="square" lIns="438900" tIns="219450" rIns="438900" bIns="21945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6"/>
          <p:cNvSpPr txBox="1">
            <a:spLocks noGrp="1"/>
          </p:cNvSpPr>
          <p:nvPr>
            <p:ph type="sldNum" idx="12"/>
          </p:nvPr>
        </p:nvSpPr>
        <p:spPr>
          <a:xfrm>
            <a:off x="31455360" y="30510482"/>
            <a:ext cx="10241280" cy="1752600"/>
          </a:xfrm>
          <a:prstGeom prst="rect">
            <a:avLst/>
          </a:prstGeom>
          <a:noFill/>
          <a:ln>
            <a:noFill/>
          </a:ln>
        </p:spPr>
        <p:txBody>
          <a:bodyPr spcFirstLastPara="1" wrap="square" lIns="438900" tIns="219450" rIns="438900" bIns="2194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4"/>
        <p:cNvGrpSpPr/>
        <p:nvPr/>
      </p:nvGrpSpPr>
      <p:grpSpPr>
        <a:xfrm>
          <a:off x="0" y="0"/>
          <a:ext cx="0" cy="0"/>
          <a:chOff x="0" y="0"/>
          <a:chExt cx="0" cy="0"/>
        </a:xfrm>
      </p:grpSpPr>
      <p:sp>
        <p:nvSpPr>
          <p:cNvPr id="45" name="Google Shape;45;p7"/>
          <p:cNvSpPr txBox="1">
            <a:spLocks noGrp="1"/>
          </p:cNvSpPr>
          <p:nvPr>
            <p:ph type="title"/>
          </p:nvPr>
        </p:nvSpPr>
        <p:spPr>
          <a:xfrm>
            <a:off x="2194560" y="1318262"/>
            <a:ext cx="39502080" cy="5486400"/>
          </a:xfrm>
          <a:prstGeom prst="rect">
            <a:avLst/>
          </a:prstGeom>
          <a:noFill/>
          <a:ln>
            <a:noFill/>
          </a:ln>
        </p:spPr>
        <p:txBody>
          <a:bodyPr spcFirstLastPara="1" wrap="square" lIns="438900" tIns="219450" rIns="438900" bIns="219450" anchor="ctr" anchorCtr="0">
            <a:normAutofit/>
          </a:bodyPr>
          <a:lstStyle>
            <a:lvl1pPr lvl="0" algn="ctr">
              <a:spcBef>
                <a:spcPts val="0"/>
              </a:spcBef>
              <a:spcAft>
                <a:spcPts val="0"/>
              </a:spcAft>
              <a:buClr>
                <a:schemeClr val="dk1"/>
              </a:buClr>
              <a:buSzPts val="211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6" name="Google Shape;46;p7"/>
          <p:cNvSpPr txBox="1">
            <a:spLocks noGrp="1"/>
          </p:cNvSpPr>
          <p:nvPr>
            <p:ph type="body" idx="1"/>
          </p:nvPr>
        </p:nvSpPr>
        <p:spPr>
          <a:xfrm>
            <a:off x="2194560" y="7368542"/>
            <a:ext cx="19392902" cy="3070858"/>
          </a:xfrm>
          <a:prstGeom prst="rect">
            <a:avLst/>
          </a:prstGeom>
          <a:noFill/>
          <a:ln>
            <a:noFill/>
          </a:ln>
        </p:spPr>
        <p:txBody>
          <a:bodyPr spcFirstLastPara="1" wrap="square" lIns="438900" tIns="219450" rIns="438900" bIns="219450" anchor="b" anchorCtr="0">
            <a:normAutofit/>
          </a:bodyPr>
          <a:lstStyle>
            <a:lvl1pPr marL="457200" lvl="0" indent="-228600" algn="l">
              <a:spcBef>
                <a:spcPts val="2300"/>
              </a:spcBef>
              <a:spcAft>
                <a:spcPts val="0"/>
              </a:spcAft>
              <a:buClr>
                <a:schemeClr val="dk1"/>
              </a:buClr>
              <a:buSzPts val="11500"/>
              <a:buNone/>
              <a:defRPr sz="11500" b="1"/>
            </a:lvl1pPr>
            <a:lvl2pPr marL="914400" lvl="1" indent="-228600" algn="l">
              <a:spcBef>
                <a:spcPts val="1920"/>
              </a:spcBef>
              <a:spcAft>
                <a:spcPts val="0"/>
              </a:spcAft>
              <a:buClr>
                <a:schemeClr val="dk1"/>
              </a:buClr>
              <a:buSzPts val="9600"/>
              <a:buNone/>
              <a:defRPr sz="9600" b="1"/>
            </a:lvl2pPr>
            <a:lvl3pPr marL="1371600" lvl="2" indent="-228600" algn="l">
              <a:spcBef>
                <a:spcPts val="1720"/>
              </a:spcBef>
              <a:spcAft>
                <a:spcPts val="0"/>
              </a:spcAft>
              <a:buClr>
                <a:schemeClr val="dk1"/>
              </a:buClr>
              <a:buSzPts val="8600"/>
              <a:buNone/>
              <a:defRPr sz="8600" b="1"/>
            </a:lvl3pPr>
            <a:lvl4pPr marL="1828800" lvl="3" indent="-228600" algn="l">
              <a:spcBef>
                <a:spcPts val="1540"/>
              </a:spcBef>
              <a:spcAft>
                <a:spcPts val="0"/>
              </a:spcAft>
              <a:buClr>
                <a:schemeClr val="dk1"/>
              </a:buClr>
              <a:buSzPts val="7700"/>
              <a:buNone/>
              <a:defRPr sz="7700" b="1"/>
            </a:lvl4pPr>
            <a:lvl5pPr marL="2286000" lvl="4" indent="-228600" algn="l">
              <a:spcBef>
                <a:spcPts val="1540"/>
              </a:spcBef>
              <a:spcAft>
                <a:spcPts val="0"/>
              </a:spcAft>
              <a:buClr>
                <a:schemeClr val="dk1"/>
              </a:buClr>
              <a:buSzPts val="7700"/>
              <a:buNone/>
              <a:defRPr sz="7700" b="1"/>
            </a:lvl5pPr>
            <a:lvl6pPr marL="2743200" lvl="5" indent="-228600" algn="l">
              <a:spcBef>
                <a:spcPts val="1540"/>
              </a:spcBef>
              <a:spcAft>
                <a:spcPts val="0"/>
              </a:spcAft>
              <a:buClr>
                <a:schemeClr val="dk1"/>
              </a:buClr>
              <a:buSzPts val="7700"/>
              <a:buNone/>
              <a:defRPr sz="7700" b="1"/>
            </a:lvl6pPr>
            <a:lvl7pPr marL="3200400" lvl="6" indent="-228600" algn="l">
              <a:spcBef>
                <a:spcPts val="1540"/>
              </a:spcBef>
              <a:spcAft>
                <a:spcPts val="0"/>
              </a:spcAft>
              <a:buClr>
                <a:schemeClr val="dk1"/>
              </a:buClr>
              <a:buSzPts val="7700"/>
              <a:buNone/>
              <a:defRPr sz="7700" b="1"/>
            </a:lvl7pPr>
            <a:lvl8pPr marL="3657600" lvl="7" indent="-228600" algn="l">
              <a:spcBef>
                <a:spcPts val="1540"/>
              </a:spcBef>
              <a:spcAft>
                <a:spcPts val="0"/>
              </a:spcAft>
              <a:buClr>
                <a:schemeClr val="dk1"/>
              </a:buClr>
              <a:buSzPts val="7700"/>
              <a:buNone/>
              <a:defRPr sz="7700" b="1"/>
            </a:lvl8pPr>
            <a:lvl9pPr marL="4114800" lvl="8" indent="-228600" algn="l">
              <a:spcBef>
                <a:spcPts val="1540"/>
              </a:spcBef>
              <a:spcAft>
                <a:spcPts val="0"/>
              </a:spcAft>
              <a:buClr>
                <a:schemeClr val="dk1"/>
              </a:buClr>
              <a:buSzPts val="7700"/>
              <a:buNone/>
              <a:defRPr sz="7700" b="1"/>
            </a:lvl9pPr>
          </a:lstStyle>
          <a:p>
            <a:endParaRPr/>
          </a:p>
        </p:txBody>
      </p:sp>
      <p:sp>
        <p:nvSpPr>
          <p:cNvPr id="47" name="Google Shape;47;p7"/>
          <p:cNvSpPr txBox="1">
            <a:spLocks noGrp="1"/>
          </p:cNvSpPr>
          <p:nvPr>
            <p:ph type="body" idx="2"/>
          </p:nvPr>
        </p:nvSpPr>
        <p:spPr>
          <a:xfrm>
            <a:off x="2194560" y="10439400"/>
            <a:ext cx="19392902" cy="18966182"/>
          </a:xfrm>
          <a:prstGeom prst="rect">
            <a:avLst/>
          </a:prstGeom>
          <a:noFill/>
          <a:ln>
            <a:noFill/>
          </a:ln>
        </p:spPr>
        <p:txBody>
          <a:bodyPr spcFirstLastPara="1" wrap="square" lIns="438900" tIns="219450" rIns="438900" bIns="219450" anchor="t" anchorCtr="0">
            <a:normAutofit/>
          </a:bodyPr>
          <a:lstStyle>
            <a:lvl1pPr marL="457200" lvl="0" indent="-958850" algn="l">
              <a:spcBef>
                <a:spcPts val="2300"/>
              </a:spcBef>
              <a:spcAft>
                <a:spcPts val="0"/>
              </a:spcAft>
              <a:buClr>
                <a:schemeClr val="dk1"/>
              </a:buClr>
              <a:buSzPts val="11500"/>
              <a:buChar char="•"/>
              <a:defRPr sz="11500"/>
            </a:lvl1pPr>
            <a:lvl2pPr marL="914400" lvl="1" indent="-838200" algn="l">
              <a:spcBef>
                <a:spcPts val="1920"/>
              </a:spcBef>
              <a:spcAft>
                <a:spcPts val="0"/>
              </a:spcAft>
              <a:buClr>
                <a:schemeClr val="dk1"/>
              </a:buClr>
              <a:buSzPts val="9600"/>
              <a:buChar char="–"/>
              <a:defRPr sz="9600"/>
            </a:lvl2pPr>
            <a:lvl3pPr marL="1371600" lvl="2" indent="-774700" algn="l">
              <a:spcBef>
                <a:spcPts val="1720"/>
              </a:spcBef>
              <a:spcAft>
                <a:spcPts val="0"/>
              </a:spcAft>
              <a:buClr>
                <a:schemeClr val="dk1"/>
              </a:buClr>
              <a:buSzPts val="8600"/>
              <a:buChar char="•"/>
              <a:defRPr sz="8600"/>
            </a:lvl3pPr>
            <a:lvl4pPr marL="1828800" lvl="3" indent="-717550" algn="l">
              <a:spcBef>
                <a:spcPts val="1540"/>
              </a:spcBef>
              <a:spcAft>
                <a:spcPts val="0"/>
              </a:spcAft>
              <a:buClr>
                <a:schemeClr val="dk1"/>
              </a:buClr>
              <a:buSzPts val="7700"/>
              <a:buChar char="–"/>
              <a:defRPr sz="7700"/>
            </a:lvl4pPr>
            <a:lvl5pPr marL="2286000" lvl="4" indent="-717550" algn="l">
              <a:spcBef>
                <a:spcPts val="1540"/>
              </a:spcBef>
              <a:spcAft>
                <a:spcPts val="0"/>
              </a:spcAft>
              <a:buClr>
                <a:schemeClr val="dk1"/>
              </a:buClr>
              <a:buSzPts val="7700"/>
              <a:buChar char="»"/>
              <a:defRPr sz="7700"/>
            </a:lvl5pPr>
            <a:lvl6pPr marL="2743200" lvl="5" indent="-717550" algn="l">
              <a:spcBef>
                <a:spcPts val="1540"/>
              </a:spcBef>
              <a:spcAft>
                <a:spcPts val="0"/>
              </a:spcAft>
              <a:buClr>
                <a:schemeClr val="dk1"/>
              </a:buClr>
              <a:buSzPts val="7700"/>
              <a:buChar char="•"/>
              <a:defRPr sz="7700"/>
            </a:lvl6pPr>
            <a:lvl7pPr marL="3200400" lvl="6" indent="-717550" algn="l">
              <a:spcBef>
                <a:spcPts val="1540"/>
              </a:spcBef>
              <a:spcAft>
                <a:spcPts val="0"/>
              </a:spcAft>
              <a:buClr>
                <a:schemeClr val="dk1"/>
              </a:buClr>
              <a:buSzPts val="7700"/>
              <a:buChar char="•"/>
              <a:defRPr sz="7700"/>
            </a:lvl7pPr>
            <a:lvl8pPr marL="3657600" lvl="7" indent="-717550" algn="l">
              <a:spcBef>
                <a:spcPts val="1540"/>
              </a:spcBef>
              <a:spcAft>
                <a:spcPts val="0"/>
              </a:spcAft>
              <a:buClr>
                <a:schemeClr val="dk1"/>
              </a:buClr>
              <a:buSzPts val="7700"/>
              <a:buChar char="•"/>
              <a:defRPr sz="7700"/>
            </a:lvl8pPr>
            <a:lvl9pPr marL="4114800" lvl="8" indent="-717550" algn="l">
              <a:spcBef>
                <a:spcPts val="1540"/>
              </a:spcBef>
              <a:spcAft>
                <a:spcPts val="0"/>
              </a:spcAft>
              <a:buClr>
                <a:schemeClr val="dk1"/>
              </a:buClr>
              <a:buSzPts val="7700"/>
              <a:buChar char="•"/>
              <a:defRPr sz="7700"/>
            </a:lvl9pPr>
          </a:lstStyle>
          <a:p>
            <a:endParaRPr/>
          </a:p>
        </p:txBody>
      </p:sp>
      <p:sp>
        <p:nvSpPr>
          <p:cNvPr id="48" name="Google Shape;48;p7"/>
          <p:cNvSpPr txBox="1">
            <a:spLocks noGrp="1"/>
          </p:cNvSpPr>
          <p:nvPr>
            <p:ph type="body" idx="3"/>
          </p:nvPr>
        </p:nvSpPr>
        <p:spPr>
          <a:xfrm>
            <a:off x="22296122" y="7368542"/>
            <a:ext cx="19400520" cy="3070858"/>
          </a:xfrm>
          <a:prstGeom prst="rect">
            <a:avLst/>
          </a:prstGeom>
          <a:noFill/>
          <a:ln>
            <a:noFill/>
          </a:ln>
        </p:spPr>
        <p:txBody>
          <a:bodyPr spcFirstLastPara="1" wrap="square" lIns="438900" tIns="219450" rIns="438900" bIns="219450" anchor="b" anchorCtr="0">
            <a:normAutofit/>
          </a:bodyPr>
          <a:lstStyle>
            <a:lvl1pPr marL="457200" lvl="0" indent="-228600" algn="l">
              <a:spcBef>
                <a:spcPts val="2300"/>
              </a:spcBef>
              <a:spcAft>
                <a:spcPts val="0"/>
              </a:spcAft>
              <a:buClr>
                <a:schemeClr val="dk1"/>
              </a:buClr>
              <a:buSzPts val="11500"/>
              <a:buNone/>
              <a:defRPr sz="11500" b="1"/>
            </a:lvl1pPr>
            <a:lvl2pPr marL="914400" lvl="1" indent="-228600" algn="l">
              <a:spcBef>
                <a:spcPts val="1920"/>
              </a:spcBef>
              <a:spcAft>
                <a:spcPts val="0"/>
              </a:spcAft>
              <a:buClr>
                <a:schemeClr val="dk1"/>
              </a:buClr>
              <a:buSzPts val="9600"/>
              <a:buNone/>
              <a:defRPr sz="9600" b="1"/>
            </a:lvl2pPr>
            <a:lvl3pPr marL="1371600" lvl="2" indent="-228600" algn="l">
              <a:spcBef>
                <a:spcPts val="1720"/>
              </a:spcBef>
              <a:spcAft>
                <a:spcPts val="0"/>
              </a:spcAft>
              <a:buClr>
                <a:schemeClr val="dk1"/>
              </a:buClr>
              <a:buSzPts val="8600"/>
              <a:buNone/>
              <a:defRPr sz="8600" b="1"/>
            </a:lvl3pPr>
            <a:lvl4pPr marL="1828800" lvl="3" indent="-228600" algn="l">
              <a:spcBef>
                <a:spcPts val="1540"/>
              </a:spcBef>
              <a:spcAft>
                <a:spcPts val="0"/>
              </a:spcAft>
              <a:buClr>
                <a:schemeClr val="dk1"/>
              </a:buClr>
              <a:buSzPts val="7700"/>
              <a:buNone/>
              <a:defRPr sz="7700" b="1"/>
            </a:lvl4pPr>
            <a:lvl5pPr marL="2286000" lvl="4" indent="-228600" algn="l">
              <a:spcBef>
                <a:spcPts val="1540"/>
              </a:spcBef>
              <a:spcAft>
                <a:spcPts val="0"/>
              </a:spcAft>
              <a:buClr>
                <a:schemeClr val="dk1"/>
              </a:buClr>
              <a:buSzPts val="7700"/>
              <a:buNone/>
              <a:defRPr sz="7700" b="1"/>
            </a:lvl5pPr>
            <a:lvl6pPr marL="2743200" lvl="5" indent="-228600" algn="l">
              <a:spcBef>
                <a:spcPts val="1540"/>
              </a:spcBef>
              <a:spcAft>
                <a:spcPts val="0"/>
              </a:spcAft>
              <a:buClr>
                <a:schemeClr val="dk1"/>
              </a:buClr>
              <a:buSzPts val="7700"/>
              <a:buNone/>
              <a:defRPr sz="7700" b="1"/>
            </a:lvl6pPr>
            <a:lvl7pPr marL="3200400" lvl="6" indent="-228600" algn="l">
              <a:spcBef>
                <a:spcPts val="1540"/>
              </a:spcBef>
              <a:spcAft>
                <a:spcPts val="0"/>
              </a:spcAft>
              <a:buClr>
                <a:schemeClr val="dk1"/>
              </a:buClr>
              <a:buSzPts val="7700"/>
              <a:buNone/>
              <a:defRPr sz="7700" b="1"/>
            </a:lvl7pPr>
            <a:lvl8pPr marL="3657600" lvl="7" indent="-228600" algn="l">
              <a:spcBef>
                <a:spcPts val="1540"/>
              </a:spcBef>
              <a:spcAft>
                <a:spcPts val="0"/>
              </a:spcAft>
              <a:buClr>
                <a:schemeClr val="dk1"/>
              </a:buClr>
              <a:buSzPts val="7700"/>
              <a:buNone/>
              <a:defRPr sz="7700" b="1"/>
            </a:lvl8pPr>
            <a:lvl9pPr marL="4114800" lvl="8" indent="-228600" algn="l">
              <a:spcBef>
                <a:spcPts val="1540"/>
              </a:spcBef>
              <a:spcAft>
                <a:spcPts val="0"/>
              </a:spcAft>
              <a:buClr>
                <a:schemeClr val="dk1"/>
              </a:buClr>
              <a:buSzPts val="7700"/>
              <a:buNone/>
              <a:defRPr sz="7700" b="1"/>
            </a:lvl9pPr>
          </a:lstStyle>
          <a:p>
            <a:endParaRPr/>
          </a:p>
        </p:txBody>
      </p:sp>
      <p:sp>
        <p:nvSpPr>
          <p:cNvPr id="49" name="Google Shape;49;p7"/>
          <p:cNvSpPr txBox="1">
            <a:spLocks noGrp="1"/>
          </p:cNvSpPr>
          <p:nvPr>
            <p:ph type="body" idx="4"/>
          </p:nvPr>
        </p:nvSpPr>
        <p:spPr>
          <a:xfrm>
            <a:off x="22296122" y="10439400"/>
            <a:ext cx="19400520" cy="18966182"/>
          </a:xfrm>
          <a:prstGeom prst="rect">
            <a:avLst/>
          </a:prstGeom>
          <a:noFill/>
          <a:ln>
            <a:noFill/>
          </a:ln>
        </p:spPr>
        <p:txBody>
          <a:bodyPr spcFirstLastPara="1" wrap="square" lIns="438900" tIns="219450" rIns="438900" bIns="219450" anchor="t" anchorCtr="0">
            <a:normAutofit/>
          </a:bodyPr>
          <a:lstStyle>
            <a:lvl1pPr marL="457200" lvl="0" indent="-958850" algn="l">
              <a:spcBef>
                <a:spcPts val="2300"/>
              </a:spcBef>
              <a:spcAft>
                <a:spcPts val="0"/>
              </a:spcAft>
              <a:buClr>
                <a:schemeClr val="dk1"/>
              </a:buClr>
              <a:buSzPts val="11500"/>
              <a:buChar char="•"/>
              <a:defRPr sz="11500"/>
            </a:lvl1pPr>
            <a:lvl2pPr marL="914400" lvl="1" indent="-838200" algn="l">
              <a:spcBef>
                <a:spcPts val="1920"/>
              </a:spcBef>
              <a:spcAft>
                <a:spcPts val="0"/>
              </a:spcAft>
              <a:buClr>
                <a:schemeClr val="dk1"/>
              </a:buClr>
              <a:buSzPts val="9600"/>
              <a:buChar char="–"/>
              <a:defRPr sz="9600"/>
            </a:lvl2pPr>
            <a:lvl3pPr marL="1371600" lvl="2" indent="-774700" algn="l">
              <a:spcBef>
                <a:spcPts val="1720"/>
              </a:spcBef>
              <a:spcAft>
                <a:spcPts val="0"/>
              </a:spcAft>
              <a:buClr>
                <a:schemeClr val="dk1"/>
              </a:buClr>
              <a:buSzPts val="8600"/>
              <a:buChar char="•"/>
              <a:defRPr sz="8600"/>
            </a:lvl3pPr>
            <a:lvl4pPr marL="1828800" lvl="3" indent="-717550" algn="l">
              <a:spcBef>
                <a:spcPts val="1540"/>
              </a:spcBef>
              <a:spcAft>
                <a:spcPts val="0"/>
              </a:spcAft>
              <a:buClr>
                <a:schemeClr val="dk1"/>
              </a:buClr>
              <a:buSzPts val="7700"/>
              <a:buChar char="–"/>
              <a:defRPr sz="7700"/>
            </a:lvl4pPr>
            <a:lvl5pPr marL="2286000" lvl="4" indent="-717550" algn="l">
              <a:spcBef>
                <a:spcPts val="1540"/>
              </a:spcBef>
              <a:spcAft>
                <a:spcPts val="0"/>
              </a:spcAft>
              <a:buClr>
                <a:schemeClr val="dk1"/>
              </a:buClr>
              <a:buSzPts val="7700"/>
              <a:buChar char="»"/>
              <a:defRPr sz="7700"/>
            </a:lvl5pPr>
            <a:lvl6pPr marL="2743200" lvl="5" indent="-717550" algn="l">
              <a:spcBef>
                <a:spcPts val="1540"/>
              </a:spcBef>
              <a:spcAft>
                <a:spcPts val="0"/>
              </a:spcAft>
              <a:buClr>
                <a:schemeClr val="dk1"/>
              </a:buClr>
              <a:buSzPts val="7700"/>
              <a:buChar char="•"/>
              <a:defRPr sz="7700"/>
            </a:lvl6pPr>
            <a:lvl7pPr marL="3200400" lvl="6" indent="-717550" algn="l">
              <a:spcBef>
                <a:spcPts val="1540"/>
              </a:spcBef>
              <a:spcAft>
                <a:spcPts val="0"/>
              </a:spcAft>
              <a:buClr>
                <a:schemeClr val="dk1"/>
              </a:buClr>
              <a:buSzPts val="7700"/>
              <a:buChar char="•"/>
              <a:defRPr sz="7700"/>
            </a:lvl7pPr>
            <a:lvl8pPr marL="3657600" lvl="7" indent="-717550" algn="l">
              <a:spcBef>
                <a:spcPts val="1540"/>
              </a:spcBef>
              <a:spcAft>
                <a:spcPts val="0"/>
              </a:spcAft>
              <a:buClr>
                <a:schemeClr val="dk1"/>
              </a:buClr>
              <a:buSzPts val="7700"/>
              <a:buChar char="•"/>
              <a:defRPr sz="7700"/>
            </a:lvl8pPr>
            <a:lvl9pPr marL="4114800" lvl="8" indent="-717550" algn="l">
              <a:spcBef>
                <a:spcPts val="1540"/>
              </a:spcBef>
              <a:spcAft>
                <a:spcPts val="0"/>
              </a:spcAft>
              <a:buClr>
                <a:schemeClr val="dk1"/>
              </a:buClr>
              <a:buSzPts val="7700"/>
              <a:buChar char="•"/>
              <a:defRPr sz="7700"/>
            </a:lvl9pPr>
          </a:lstStyle>
          <a:p>
            <a:endParaRPr/>
          </a:p>
        </p:txBody>
      </p:sp>
      <p:sp>
        <p:nvSpPr>
          <p:cNvPr id="50" name="Google Shape;50;p7"/>
          <p:cNvSpPr txBox="1">
            <a:spLocks noGrp="1"/>
          </p:cNvSpPr>
          <p:nvPr>
            <p:ph type="dt" idx="10"/>
          </p:nvPr>
        </p:nvSpPr>
        <p:spPr>
          <a:xfrm>
            <a:off x="2194560" y="30510482"/>
            <a:ext cx="10241280" cy="1752600"/>
          </a:xfrm>
          <a:prstGeom prst="rect">
            <a:avLst/>
          </a:prstGeom>
          <a:noFill/>
          <a:ln>
            <a:noFill/>
          </a:ln>
        </p:spPr>
        <p:txBody>
          <a:bodyPr spcFirstLastPara="1" wrap="square" lIns="438900" tIns="219450" rIns="438900" bIns="21945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1" name="Google Shape;51;p7"/>
          <p:cNvSpPr txBox="1">
            <a:spLocks noGrp="1"/>
          </p:cNvSpPr>
          <p:nvPr>
            <p:ph type="ftr" idx="11"/>
          </p:nvPr>
        </p:nvSpPr>
        <p:spPr>
          <a:xfrm>
            <a:off x="14996160" y="30510482"/>
            <a:ext cx="13898880" cy="1752600"/>
          </a:xfrm>
          <a:prstGeom prst="rect">
            <a:avLst/>
          </a:prstGeom>
          <a:noFill/>
          <a:ln>
            <a:noFill/>
          </a:ln>
        </p:spPr>
        <p:txBody>
          <a:bodyPr spcFirstLastPara="1" wrap="square" lIns="438900" tIns="219450" rIns="438900" bIns="21945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7"/>
          <p:cNvSpPr txBox="1">
            <a:spLocks noGrp="1"/>
          </p:cNvSpPr>
          <p:nvPr>
            <p:ph type="sldNum" idx="12"/>
          </p:nvPr>
        </p:nvSpPr>
        <p:spPr>
          <a:xfrm>
            <a:off x="31455360" y="30510482"/>
            <a:ext cx="10241280" cy="1752600"/>
          </a:xfrm>
          <a:prstGeom prst="rect">
            <a:avLst/>
          </a:prstGeom>
          <a:noFill/>
          <a:ln>
            <a:noFill/>
          </a:ln>
        </p:spPr>
        <p:txBody>
          <a:bodyPr spcFirstLastPara="1" wrap="square" lIns="438900" tIns="219450" rIns="438900" bIns="2194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3"/>
        <p:cNvGrpSpPr/>
        <p:nvPr/>
      </p:nvGrpSpPr>
      <p:grpSpPr>
        <a:xfrm>
          <a:off x="0" y="0"/>
          <a:ext cx="0" cy="0"/>
          <a:chOff x="0" y="0"/>
          <a:chExt cx="0" cy="0"/>
        </a:xfrm>
      </p:grpSpPr>
      <p:sp>
        <p:nvSpPr>
          <p:cNvPr id="54" name="Google Shape;54;p8"/>
          <p:cNvSpPr txBox="1">
            <a:spLocks noGrp="1"/>
          </p:cNvSpPr>
          <p:nvPr>
            <p:ph type="title"/>
          </p:nvPr>
        </p:nvSpPr>
        <p:spPr>
          <a:xfrm>
            <a:off x="2194560" y="1318262"/>
            <a:ext cx="39502080" cy="5486400"/>
          </a:xfrm>
          <a:prstGeom prst="rect">
            <a:avLst/>
          </a:prstGeom>
          <a:noFill/>
          <a:ln>
            <a:noFill/>
          </a:ln>
        </p:spPr>
        <p:txBody>
          <a:bodyPr spcFirstLastPara="1" wrap="square" lIns="438900" tIns="219450" rIns="438900" bIns="21945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5" name="Google Shape;55;p8"/>
          <p:cNvSpPr txBox="1">
            <a:spLocks noGrp="1"/>
          </p:cNvSpPr>
          <p:nvPr>
            <p:ph type="dt" idx="10"/>
          </p:nvPr>
        </p:nvSpPr>
        <p:spPr>
          <a:xfrm>
            <a:off x="2194560" y="30510482"/>
            <a:ext cx="10241280" cy="1752600"/>
          </a:xfrm>
          <a:prstGeom prst="rect">
            <a:avLst/>
          </a:prstGeom>
          <a:noFill/>
          <a:ln>
            <a:noFill/>
          </a:ln>
        </p:spPr>
        <p:txBody>
          <a:bodyPr spcFirstLastPara="1" wrap="square" lIns="438900" tIns="219450" rIns="438900" bIns="21945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8"/>
          <p:cNvSpPr txBox="1">
            <a:spLocks noGrp="1"/>
          </p:cNvSpPr>
          <p:nvPr>
            <p:ph type="ftr" idx="11"/>
          </p:nvPr>
        </p:nvSpPr>
        <p:spPr>
          <a:xfrm>
            <a:off x="14996160" y="30510482"/>
            <a:ext cx="13898880" cy="1752600"/>
          </a:xfrm>
          <a:prstGeom prst="rect">
            <a:avLst/>
          </a:prstGeom>
          <a:noFill/>
          <a:ln>
            <a:noFill/>
          </a:ln>
        </p:spPr>
        <p:txBody>
          <a:bodyPr spcFirstLastPara="1" wrap="square" lIns="438900" tIns="219450" rIns="438900" bIns="21945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8"/>
          <p:cNvSpPr txBox="1">
            <a:spLocks noGrp="1"/>
          </p:cNvSpPr>
          <p:nvPr>
            <p:ph type="sldNum" idx="12"/>
          </p:nvPr>
        </p:nvSpPr>
        <p:spPr>
          <a:xfrm>
            <a:off x="31455360" y="30510482"/>
            <a:ext cx="10241280" cy="1752600"/>
          </a:xfrm>
          <a:prstGeom prst="rect">
            <a:avLst/>
          </a:prstGeom>
          <a:noFill/>
          <a:ln>
            <a:noFill/>
          </a:ln>
        </p:spPr>
        <p:txBody>
          <a:bodyPr spcFirstLastPara="1" wrap="square" lIns="438900" tIns="219450" rIns="438900" bIns="2194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9"/>
          <p:cNvSpPr txBox="1">
            <a:spLocks noGrp="1"/>
          </p:cNvSpPr>
          <p:nvPr>
            <p:ph type="title"/>
          </p:nvPr>
        </p:nvSpPr>
        <p:spPr>
          <a:xfrm>
            <a:off x="2194563" y="1310640"/>
            <a:ext cx="14439902" cy="5577840"/>
          </a:xfrm>
          <a:prstGeom prst="rect">
            <a:avLst/>
          </a:prstGeom>
          <a:noFill/>
          <a:ln>
            <a:noFill/>
          </a:ln>
        </p:spPr>
        <p:txBody>
          <a:bodyPr spcFirstLastPara="1" wrap="square" lIns="438900" tIns="219450" rIns="438900" bIns="219450" anchor="b" anchorCtr="0">
            <a:normAutofit/>
          </a:bodyPr>
          <a:lstStyle>
            <a:lvl1pPr lvl="0" algn="l">
              <a:spcBef>
                <a:spcPts val="0"/>
              </a:spcBef>
              <a:spcAft>
                <a:spcPts val="0"/>
              </a:spcAft>
              <a:buClr>
                <a:schemeClr val="dk1"/>
              </a:buClr>
              <a:buSzPts val="9600"/>
              <a:buFont typeface="Calibri"/>
              <a:buNone/>
              <a:defRPr sz="96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9"/>
          <p:cNvSpPr txBox="1">
            <a:spLocks noGrp="1"/>
          </p:cNvSpPr>
          <p:nvPr>
            <p:ph type="body" idx="1"/>
          </p:nvPr>
        </p:nvSpPr>
        <p:spPr>
          <a:xfrm>
            <a:off x="17160240" y="1310643"/>
            <a:ext cx="24536400" cy="28094942"/>
          </a:xfrm>
          <a:prstGeom prst="rect">
            <a:avLst/>
          </a:prstGeom>
          <a:noFill/>
          <a:ln>
            <a:noFill/>
          </a:ln>
        </p:spPr>
        <p:txBody>
          <a:bodyPr spcFirstLastPara="1" wrap="square" lIns="438900" tIns="219450" rIns="438900" bIns="219450" anchor="t" anchorCtr="0">
            <a:normAutofit/>
          </a:bodyPr>
          <a:lstStyle>
            <a:lvl1pPr marL="457200" lvl="0" indent="-1206500" algn="l">
              <a:spcBef>
                <a:spcPts val="3080"/>
              </a:spcBef>
              <a:spcAft>
                <a:spcPts val="0"/>
              </a:spcAft>
              <a:buClr>
                <a:schemeClr val="dk1"/>
              </a:buClr>
              <a:buSzPts val="15400"/>
              <a:buChar char="•"/>
              <a:defRPr sz="15400"/>
            </a:lvl1pPr>
            <a:lvl2pPr marL="914400" lvl="1" indent="-1079500" algn="l">
              <a:spcBef>
                <a:spcPts val="2680"/>
              </a:spcBef>
              <a:spcAft>
                <a:spcPts val="0"/>
              </a:spcAft>
              <a:buClr>
                <a:schemeClr val="dk1"/>
              </a:buClr>
              <a:buSzPts val="13400"/>
              <a:buChar char="–"/>
              <a:defRPr sz="13400"/>
            </a:lvl2pPr>
            <a:lvl3pPr marL="1371600" lvl="2" indent="-958850" algn="l">
              <a:spcBef>
                <a:spcPts val="2300"/>
              </a:spcBef>
              <a:spcAft>
                <a:spcPts val="0"/>
              </a:spcAft>
              <a:buClr>
                <a:schemeClr val="dk1"/>
              </a:buClr>
              <a:buSzPts val="11500"/>
              <a:buChar char="•"/>
              <a:defRPr sz="11500"/>
            </a:lvl3pPr>
            <a:lvl4pPr marL="1828800" lvl="3" indent="-838200" algn="l">
              <a:spcBef>
                <a:spcPts val="1920"/>
              </a:spcBef>
              <a:spcAft>
                <a:spcPts val="0"/>
              </a:spcAft>
              <a:buClr>
                <a:schemeClr val="dk1"/>
              </a:buClr>
              <a:buSzPts val="9600"/>
              <a:buChar char="–"/>
              <a:defRPr sz="9600"/>
            </a:lvl4pPr>
            <a:lvl5pPr marL="2286000" lvl="4" indent="-838200" algn="l">
              <a:spcBef>
                <a:spcPts val="1920"/>
              </a:spcBef>
              <a:spcAft>
                <a:spcPts val="0"/>
              </a:spcAft>
              <a:buClr>
                <a:schemeClr val="dk1"/>
              </a:buClr>
              <a:buSzPts val="9600"/>
              <a:buChar char="»"/>
              <a:defRPr sz="9600"/>
            </a:lvl5pPr>
            <a:lvl6pPr marL="2743200" lvl="5" indent="-838200" algn="l">
              <a:spcBef>
                <a:spcPts val="1920"/>
              </a:spcBef>
              <a:spcAft>
                <a:spcPts val="0"/>
              </a:spcAft>
              <a:buClr>
                <a:schemeClr val="dk1"/>
              </a:buClr>
              <a:buSzPts val="9600"/>
              <a:buChar char="•"/>
              <a:defRPr sz="9600"/>
            </a:lvl6pPr>
            <a:lvl7pPr marL="3200400" lvl="6" indent="-838200" algn="l">
              <a:spcBef>
                <a:spcPts val="1920"/>
              </a:spcBef>
              <a:spcAft>
                <a:spcPts val="0"/>
              </a:spcAft>
              <a:buClr>
                <a:schemeClr val="dk1"/>
              </a:buClr>
              <a:buSzPts val="9600"/>
              <a:buChar char="•"/>
              <a:defRPr sz="9600"/>
            </a:lvl7pPr>
            <a:lvl8pPr marL="3657600" lvl="7" indent="-838200" algn="l">
              <a:spcBef>
                <a:spcPts val="1920"/>
              </a:spcBef>
              <a:spcAft>
                <a:spcPts val="0"/>
              </a:spcAft>
              <a:buClr>
                <a:schemeClr val="dk1"/>
              </a:buClr>
              <a:buSzPts val="9600"/>
              <a:buChar char="•"/>
              <a:defRPr sz="9600"/>
            </a:lvl8pPr>
            <a:lvl9pPr marL="4114800" lvl="8" indent="-838200" algn="l">
              <a:spcBef>
                <a:spcPts val="1920"/>
              </a:spcBef>
              <a:spcAft>
                <a:spcPts val="0"/>
              </a:spcAft>
              <a:buClr>
                <a:schemeClr val="dk1"/>
              </a:buClr>
              <a:buSzPts val="9600"/>
              <a:buChar char="•"/>
              <a:defRPr sz="9600"/>
            </a:lvl9pPr>
          </a:lstStyle>
          <a:p>
            <a:endParaRPr/>
          </a:p>
        </p:txBody>
      </p:sp>
      <p:sp>
        <p:nvSpPr>
          <p:cNvPr id="61" name="Google Shape;61;p9"/>
          <p:cNvSpPr txBox="1">
            <a:spLocks noGrp="1"/>
          </p:cNvSpPr>
          <p:nvPr>
            <p:ph type="body" idx="2"/>
          </p:nvPr>
        </p:nvSpPr>
        <p:spPr>
          <a:xfrm>
            <a:off x="2194563" y="6888483"/>
            <a:ext cx="14439902" cy="22517102"/>
          </a:xfrm>
          <a:prstGeom prst="rect">
            <a:avLst/>
          </a:prstGeom>
          <a:noFill/>
          <a:ln>
            <a:noFill/>
          </a:ln>
        </p:spPr>
        <p:txBody>
          <a:bodyPr spcFirstLastPara="1" wrap="square" lIns="438900" tIns="219450" rIns="438900" bIns="219450" anchor="t" anchorCtr="0">
            <a:normAutofit/>
          </a:bodyPr>
          <a:lstStyle>
            <a:lvl1pPr marL="457200" lvl="0" indent="-228600" algn="l">
              <a:spcBef>
                <a:spcPts val="1340"/>
              </a:spcBef>
              <a:spcAft>
                <a:spcPts val="0"/>
              </a:spcAft>
              <a:buClr>
                <a:schemeClr val="dk1"/>
              </a:buClr>
              <a:buSzPts val="6700"/>
              <a:buNone/>
              <a:defRPr sz="6700"/>
            </a:lvl1pPr>
            <a:lvl2pPr marL="914400" lvl="1" indent="-228600" algn="l">
              <a:spcBef>
                <a:spcPts val="1160"/>
              </a:spcBef>
              <a:spcAft>
                <a:spcPts val="0"/>
              </a:spcAft>
              <a:buClr>
                <a:schemeClr val="dk1"/>
              </a:buClr>
              <a:buSzPts val="5800"/>
              <a:buNone/>
              <a:defRPr sz="5800"/>
            </a:lvl2pPr>
            <a:lvl3pPr marL="1371600" lvl="2" indent="-228600" algn="l">
              <a:spcBef>
                <a:spcPts val="960"/>
              </a:spcBef>
              <a:spcAft>
                <a:spcPts val="0"/>
              </a:spcAft>
              <a:buClr>
                <a:schemeClr val="dk1"/>
              </a:buClr>
              <a:buSzPts val="4800"/>
              <a:buNone/>
              <a:defRPr sz="4800"/>
            </a:lvl3pPr>
            <a:lvl4pPr marL="1828800" lvl="3" indent="-228600" algn="l">
              <a:spcBef>
                <a:spcPts val="860"/>
              </a:spcBef>
              <a:spcAft>
                <a:spcPts val="0"/>
              </a:spcAft>
              <a:buClr>
                <a:schemeClr val="dk1"/>
              </a:buClr>
              <a:buSzPts val="4300"/>
              <a:buNone/>
              <a:defRPr sz="4300"/>
            </a:lvl4pPr>
            <a:lvl5pPr marL="2286000" lvl="4" indent="-228600" algn="l">
              <a:spcBef>
                <a:spcPts val="860"/>
              </a:spcBef>
              <a:spcAft>
                <a:spcPts val="0"/>
              </a:spcAft>
              <a:buClr>
                <a:schemeClr val="dk1"/>
              </a:buClr>
              <a:buSzPts val="4300"/>
              <a:buNone/>
              <a:defRPr sz="4300"/>
            </a:lvl5pPr>
            <a:lvl6pPr marL="2743200" lvl="5" indent="-228600" algn="l">
              <a:spcBef>
                <a:spcPts val="860"/>
              </a:spcBef>
              <a:spcAft>
                <a:spcPts val="0"/>
              </a:spcAft>
              <a:buClr>
                <a:schemeClr val="dk1"/>
              </a:buClr>
              <a:buSzPts val="4300"/>
              <a:buNone/>
              <a:defRPr sz="4300"/>
            </a:lvl6pPr>
            <a:lvl7pPr marL="3200400" lvl="6" indent="-228600" algn="l">
              <a:spcBef>
                <a:spcPts val="860"/>
              </a:spcBef>
              <a:spcAft>
                <a:spcPts val="0"/>
              </a:spcAft>
              <a:buClr>
                <a:schemeClr val="dk1"/>
              </a:buClr>
              <a:buSzPts val="4300"/>
              <a:buNone/>
              <a:defRPr sz="4300"/>
            </a:lvl7pPr>
            <a:lvl8pPr marL="3657600" lvl="7" indent="-228600" algn="l">
              <a:spcBef>
                <a:spcPts val="860"/>
              </a:spcBef>
              <a:spcAft>
                <a:spcPts val="0"/>
              </a:spcAft>
              <a:buClr>
                <a:schemeClr val="dk1"/>
              </a:buClr>
              <a:buSzPts val="4300"/>
              <a:buNone/>
              <a:defRPr sz="4300"/>
            </a:lvl8pPr>
            <a:lvl9pPr marL="4114800" lvl="8" indent="-228600" algn="l">
              <a:spcBef>
                <a:spcPts val="860"/>
              </a:spcBef>
              <a:spcAft>
                <a:spcPts val="0"/>
              </a:spcAft>
              <a:buClr>
                <a:schemeClr val="dk1"/>
              </a:buClr>
              <a:buSzPts val="4300"/>
              <a:buNone/>
              <a:defRPr sz="4300"/>
            </a:lvl9pPr>
          </a:lstStyle>
          <a:p>
            <a:endParaRPr/>
          </a:p>
        </p:txBody>
      </p:sp>
      <p:sp>
        <p:nvSpPr>
          <p:cNvPr id="62" name="Google Shape;62;p9"/>
          <p:cNvSpPr txBox="1">
            <a:spLocks noGrp="1"/>
          </p:cNvSpPr>
          <p:nvPr>
            <p:ph type="dt" idx="10"/>
          </p:nvPr>
        </p:nvSpPr>
        <p:spPr>
          <a:xfrm>
            <a:off x="2194560" y="30510482"/>
            <a:ext cx="10241280" cy="1752600"/>
          </a:xfrm>
          <a:prstGeom prst="rect">
            <a:avLst/>
          </a:prstGeom>
          <a:noFill/>
          <a:ln>
            <a:noFill/>
          </a:ln>
        </p:spPr>
        <p:txBody>
          <a:bodyPr spcFirstLastPara="1" wrap="square" lIns="438900" tIns="219450" rIns="438900" bIns="21945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9"/>
          <p:cNvSpPr txBox="1">
            <a:spLocks noGrp="1"/>
          </p:cNvSpPr>
          <p:nvPr>
            <p:ph type="ftr" idx="11"/>
          </p:nvPr>
        </p:nvSpPr>
        <p:spPr>
          <a:xfrm>
            <a:off x="14996160" y="30510482"/>
            <a:ext cx="13898880" cy="1752600"/>
          </a:xfrm>
          <a:prstGeom prst="rect">
            <a:avLst/>
          </a:prstGeom>
          <a:noFill/>
          <a:ln>
            <a:noFill/>
          </a:ln>
        </p:spPr>
        <p:txBody>
          <a:bodyPr spcFirstLastPara="1" wrap="square" lIns="438900" tIns="219450" rIns="438900" bIns="21945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9"/>
          <p:cNvSpPr txBox="1">
            <a:spLocks noGrp="1"/>
          </p:cNvSpPr>
          <p:nvPr>
            <p:ph type="sldNum" idx="12"/>
          </p:nvPr>
        </p:nvSpPr>
        <p:spPr>
          <a:xfrm>
            <a:off x="31455360" y="30510482"/>
            <a:ext cx="10241280" cy="1752600"/>
          </a:xfrm>
          <a:prstGeom prst="rect">
            <a:avLst/>
          </a:prstGeom>
          <a:noFill/>
          <a:ln>
            <a:noFill/>
          </a:ln>
        </p:spPr>
        <p:txBody>
          <a:bodyPr spcFirstLastPara="1" wrap="square" lIns="438900" tIns="219450" rIns="438900" bIns="2194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0"/>
          <p:cNvSpPr txBox="1">
            <a:spLocks noGrp="1"/>
          </p:cNvSpPr>
          <p:nvPr>
            <p:ph type="title"/>
          </p:nvPr>
        </p:nvSpPr>
        <p:spPr>
          <a:xfrm>
            <a:off x="8602982" y="23042880"/>
            <a:ext cx="26334720" cy="2720342"/>
          </a:xfrm>
          <a:prstGeom prst="rect">
            <a:avLst/>
          </a:prstGeom>
          <a:noFill/>
          <a:ln>
            <a:noFill/>
          </a:ln>
        </p:spPr>
        <p:txBody>
          <a:bodyPr spcFirstLastPara="1" wrap="square" lIns="438900" tIns="219450" rIns="438900" bIns="219450" anchor="b" anchorCtr="0">
            <a:normAutofit/>
          </a:bodyPr>
          <a:lstStyle>
            <a:lvl1pPr lvl="0" algn="l">
              <a:spcBef>
                <a:spcPts val="0"/>
              </a:spcBef>
              <a:spcAft>
                <a:spcPts val="0"/>
              </a:spcAft>
              <a:buClr>
                <a:schemeClr val="dk1"/>
              </a:buClr>
              <a:buSzPts val="9600"/>
              <a:buFont typeface="Calibri"/>
              <a:buNone/>
              <a:defRPr sz="96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10"/>
          <p:cNvSpPr>
            <a:spLocks noGrp="1"/>
          </p:cNvSpPr>
          <p:nvPr>
            <p:ph type="pic" idx="2"/>
          </p:nvPr>
        </p:nvSpPr>
        <p:spPr>
          <a:xfrm>
            <a:off x="8602982" y="2941320"/>
            <a:ext cx="26334720" cy="19751040"/>
          </a:xfrm>
          <a:prstGeom prst="rect">
            <a:avLst/>
          </a:prstGeom>
          <a:noFill/>
          <a:ln>
            <a:noFill/>
          </a:ln>
        </p:spPr>
      </p:sp>
      <p:sp>
        <p:nvSpPr>
          <p:cNvPr id="68" name="Google Shape;68;p10"/>
          <p:cNvSpPr txBox="1">
            <a:spLocks noGrp="1"/>
          </p:cNvSpPr>
          <p:nvPr>
            <p:ph type="body" idx="1"/>
          </p:nvPr>
        </p:nvSpPr>
        <p:spPr>
          <a:xfrm>
            <a:off x="8602982" y="25763222"/>
            <a:ext cx="26334720" cy="3863338"/>
          </a:xfrm>
          <a:prstGeom prst="rect">
            <a:avLst/>
          </a:prstGeom>
          <a:noFill/>
          <a:ln>
            <a:noFill/>
          </a:ln>
        </p:spPr>
        <p:txBody>
          <a:bodyPr spcFirstLastPara="1" wrap="square" lIns="438900" tIns="219450" rIns="438900" bIns="219450" anchor="t" anchorCtr="0">
            <a:normAutofit/>
          </a:bodyPr>
          <a:lstStyle>
            <a:lvl1pPr marL="457200" lvl="0" indent="-228600" algn="l">
              <a:spcBef>
                <a:spcPts val="1340"/>
              </a:spcBef>
              <a:spcAft>
                <a:spcPts val="0"/>
              </a:spcAft>
              <a:buClr>
                <a:schemeClr val="dk1"/>
              </a:buClr>
              <a:buSzPts val="6700"/>
              <a:buNone/>
              <a:defRPr sz="6700"/>
            </a:lvl1pPr>
            <a:lvl2pPr marL="914400" lvl="1" indent="-228600" algn="l">
              <a:spcBef>
                <a:spcPts val="1160"/>
              </a:spcBef>
              <a:spcAft>
                <a:spcPts val="0"/>
              </a:spcAft>
              <a:buClr>
                <a:schemeClr val="dk1"/>
              </a:buClr>
              <a:buSzPts val="5800"/>
              <a:buNone/>
              <a:defRPr sz="5800"/>
            </a:lvl2pPr>
            <a:lvl3pPr marL="1371600" lvl="2" indent="-228600" algn="l">
              <a:spcBef>
                <a:spcPts val="960"/>
              </a:spcBef>
              <a:spcAft>
                <a:spcPts val="0"/>
              </a:spcAft>
              <a:buClr>
                <a:schemeClr val="dk1"/>
              </a:buClr>
              <a:buSzPts val="4800"/>
              <a:buNone/>
              <a:defRPr sz="4800"/>
            </a:lvl3pPr>
            <a:lvl4pPr marL="1828800" lvl="3" indent="-228600" algn="l">
              <a:spcBef>
                <a:spcPts val="860"/>
              </a:spcBef>
              <a:spcAft>
                <a:spcPts val="0"/>
              </a:spcAft>
              <a:buClr>
                <a:schemeClr val="dk1"/>
              </a:buClr>
              <a:buSzPts val="4300"/>
              <a:buNone/>
              <a:defRPr sz="4300"/>
            </a:lvl4pPr>
            <a:lvl5pPr marL="2286000" lvl="4" indent="-228600" algn="l">
              <a:spcBef>
                <a:spcPts val="860"/>
              </a:spcBef>
              <a:spcAft>
                <a:spcPts val="0"/>
              </a:spcAft>
              <a:buClr>
                <a:schemeClr val="dk1"/>
              </a:buClr>
              <a:buSzPts val="4300"/>
              <a:buNone/>
              <a:defRPr sz="4300"/>
            </a:lvl5pPr>
            <a:lvl6pPr marL="2743200" lvl="5" indent="-228600" algn="l">
              <a:spcBef>
                <a:spcPts val="860"/>
              </a:spcBef>
              <a:spcAft>
                <a:spcPts val="0"/>
              </a:spcAft>
              <a:buClr>
                <a:schemeClr val="dk1"/>
              </a:buClr>
              <a:buSzPts val="4300"/>
              <a:buNone/>
              <a:defRPr sz="4300"/>
            </a:lvl6pPr>
            <a:lvl7pPr marL="3200400" lvl="6" indent="-228600" algn="l">
              <a:spcBef>
                <a:spcPts val="860"/>
              </a:spcBef>
              <a:spcAft>
                <a:spcPts val="0"/>
              </a:spcAft>
              <a:buClr>
                <a:schemeClr val="dk1"/>
              </a:buClr>
              <a:buSzPts val="4300"/>
              <a:buNone/>
              <a:defRPr sz="4300"/>
            </a:lvl7pPr>
            <a:lvl8pPr marL="3657600" lvl="7" indent="-228600" algn="l">
              <a:spcBef>
                <a:spcPts val="860"/>
              </a:spcBef>
              <a:spcAft>
                <a:spcPts val="0"/>
              </a:spcAft>
              <a:buClr>
                <a:schemeClr val="dk1"/>
              </a:buClr>
              <a:buSzPts val="4300"/>
              <a:buNone/>
              <a:defRPr sz="4300"/>
            </a:lvl8pPr>
            <a:lvl9pPr marL="4114800" lvl="8" indent="-228600" algn="l">
              <a:spcBef>
                <a:spcPts val="860"/>
              </a:spcBef>
              <a:spcAft>
                <a:spcPts val="0"/>
              </a:spcAft>
              <a:buClr>
                <a:schemeClr val="dk1"/>
              </a:buClr>
              <a:buSzPts val="4300"/>
              <a:buNone/>
              <a:defRPr sz="4300"/>
            </a:lvl9pPr>
          </a:lstStyle>
          <a:p>
            <a:endParaRPr/>
          </a:p>
        </p:txBody>
      </p:sp>
      <p:sp>
        <p:nvSpPr>
          <p:cNvPr id="69" name="Google Shape;69;p10"/>
          <p:cNvSpPr txBox="1">
            <a:spLocks noGrp="1"/>
          </p:cNvSpPr>
          <p:nvPr>
            <p:ph type="dt" idx="10"/>
          </p:nvPr>
        </p:nvSpPr>
        <p:spPr>
          <a:xfrm>
            <a:off x="2194560" y="30510482"/>
            <a:ext cx="10241280" cy="1752600"/>
          </a:xfrm>
          <a:prstGeom prst="rect">
            <a:avLst/>
          </a:prstGeom>
          <a:noFill/>
          <a:ln>
            <a:noFill/>
          </a:ln>
        </p:spPr>
        <p:txBody>
          <a:bodyPr spcFirstLastPara="1" wrap="square" lIns="438900" tIns="219450" rIns="438900" bIns="21945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10"/>
          <p:cNvSpPr txBox="1">
            <a:spLocks noGrp="1"/>
          </p:cNvSpPr>
          <p:nvPr>
            <p:ph type="ftr" idx="11"/>
          </p:nvPr>
        </p:nvSpPr>
        <p:spPr>
          <a:xfrm>
            <a:off x="14996160" y="30510482"/>
            <a:ext cx="13898880" cy="1752600"/>
          </a:xfrm>
          <a:prstGeom prst="rect">
            <a:avLst/>
          </a:prstGeom>
          <a:noFill/>
          <a:ln>
            <a:noFill/>
          </a:ln>
        </p:spPr>
        <p:txBody>
          <a:bodyPr spcFirstLastPara="1" wrap="square" lIns="438900" tIns="219450" rIns="438900" bIns="21945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10"/>
          <p:cNvSpPr txBox="1">
            <a:spLocks noGrp="1"/>
          </p:cNvSpPr>
          <p:nvPr>
            <p:ph type="sldNum" idx="12"/>
          </p:nvPr>
        </p:nvSpPr>
        <p:spPr>
          <a:xfrm>
            <a:off x="31455360" y="30510482"/>
            <a:ext cx="10241280" cy="1752600"/>
          </a:xfrm>
          <a:prstGeom prst="rect">
            <a:avLst/>
          </a:prstGeom>
          <a:noFill/>
          <a:ln>
            <a:noFill/>
          </a:ln>
        </p:spPr>
        <p:txBody>
          <a:bodyPr spcFirstLastPara="1" wrap="square" lIns="438900" tIns="219450" rIns="438900" bIns="2194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1"/>
          <p:cNvSpPr txBox="1">
            <a:spLocks noGrp="1"/>
          </p:cNvSpPr>
          <p:nvPr>
            <p:ph type="title"/>
          </p:nvPr>
        </p:nvSpPr>
        <p:spPr>
          <a:xfrm>
            <a:off x="2194560" y="1318262"/>
            <a:ext cx="39502080" cy="5486400"/>
          </a:xfrm>
          <a:prstGeom prst="rect">
            <a:avLst/>
          </a:prstGeom>
          <a:noFill/>
          <a:ln>
            <a:noFill/>
          </a:ln>
        </p:spPr>
        <p:txBody>
          <a:bodyPr spcFirstLastPara="1" wrap="square" lIns="438900" tIns="219450" rIns="438900" bIns="21945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11"/>
          <p:cNvSpPr txBox="1">
            <a:spLocks noGrp="1"/>
          </p:cNvSpPr>
          <p:nvPr>
            <p:ph type="body" idx="1"/>
          </p:nvPr>
        </p:nvSpPr>
        <p:spPr>
          <a:xfrm rot="5400000">
            <a:off x="11083289" y="-1207766"/>
            <a:ext cx="21724622" cy="39502080"/>
          </a:xfrm>
          <a:prstGeom prst="rect">
            <a:avLst/>
          </a:prstGeom>
          <a:noFill/>
          <a:ln>
            <a:noFill/>
          </a:ln>
        </p:spPr>
        <p:txBody>
          <a:bodyPr spcFirstLastPara="1" wrap="square" lIns="438900" tIns="219450" rIns="438900" bIns="21945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5" name="Google Shape;75;p11"/>
          <p:cNvSpPr txBox="1">
            <a:spLocks noGrp="1"/>
          </p:cNvSpPr>
          <p:nvPr>
            <p:ph type="dt" idx="10"/>
          </p:nvPr>
        </p:nvSpPr>
        <p:spPr>
          <a:xfrm>
            <a:off x="2194560" y="30510482"/>
            <a:ext cx="10241280" cy="1752600"/>
          </a:xfrm>
          <a:prstGeom prst="rect">
            <a:avLst/>
          </a:prstGeom>
          <a:noFill/>
          <a:ln>
            <a:noFill/>
          </a:ln>
        </p:spPr>
        <p:txBody>
          <a:bodyPr spcFirstLastPara="1" wrap="square" lIns="438900" tIns="219450" rIns="438900" bIns="21945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11"/>
          <p:cNvSpPr txBox="1">
            <a:spLocks noGrp="1"/>
          </p:cNvSpPr>
          <p:nvPr>
            <p:ph type="ftr" idx="11"/>
          </p:nvPr>
        </p:nvSpPr>
        <p:spPr>
          <a:xfrm>
            <a:off x="14996160" y="30510482"/>
            <a:ext cx="13898880" cy="1752600"/>
          </a:xfrm>
          <a:prstGeom prst="rect">
            <a:avLst/>
          </a:prstGeom>
          <a:noFill/>
          <a:ln>
            <a:noFill/>
          </a:ln>
        </p:spPr>
        <p:txBody>
          <a:bodyPr spcFirstLastPara="1" wrap="square" lIns="438900" tIns="219450" rIns="438900" bIns="21945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11"/>
          <p:cNvSpPr txBox="1">
            <a:spLocks noGrp="1"/>
          </p:cNvSpPr>
          <p:nvPr>
            <p:ph type="sldNum" idx="12"/>
          </p:nvPr>
        </p:nvSpPr>
        <p:spPr>
          <a:xfrm>
            <a:off x="31455360" y="30510482"/>
            <a:ext cx="10241280" cy="1752600"/>
          </a:xfrm>
          <a:prstGeom prst="rect">
            <a:avLst/>
          </a:prstGeom>
          <a:noFill/>
          <a:ln>
            <a:noFill/>
          </a:ln>
        </p:spPr>
        <p:txBody>
          <a:bodyPr spcFirstLastPara="1" wrap="square" lIns="438900" tIns="219450" rIns="438900" bIns="2194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2"/>
          <p:cNvSpPr txBox="1">
            <a:spLocks noGrp="1"/>
          </p:cNvSpPr>
          <p:nvPr>
            <p:ph type="title"/>
          </p:nvPr>
        </p:nvSpPr>
        <p:spPr>
          <a:xfrm rot="5400000">
            <a:off x="22715220" y="10424165"/>
            <a:ext cx="28087320" cy="9875520"/>
          </a:xfrm>
          <a:prstGeom prst="rect">
            <a:avLst/>
          </a:prstGeom>
          <a:noFill/>
          <a:ln>
            <a:noFill/>
          </a:ln>
        </p:spPr>
        <p:txBody>
          <a:bodyPr spcFirstLastPara="1" wrap="square" lIns="438900" tIns="219450" rIns="438900" bIns="21945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12"/>
          <p:cNvSpPr txBox="1">
            <a:spLocks noGrp="1"/>
          </p:cNvSpPr>
          <p:nvPr>
            <p:ph type="body" idx="1"/>
          </p:nvPr>
        </p:nvSpPr>
        <p:spPr>
          <a:xfrm rot="5400000">
            <a:off x="2598420" y="914405"/>
            <a:ext cx="28087320" cy="28895040"/>
          </a:xfrm>
          <a:prstGeom prst="rect">
            <a:avLst/>
          </a:prstGeom>
          <a:noFill/>
          <a:ln>
            <a:noFill/>
          </a:ln>
        </p:spPr>
        <p:txBody>
          <a:bodyPr spcFirstLastPara="1" wrap="square" lIns="438900" tIns="219450" rIns="438900" bIns="21945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1" name="Google Shape;81;p12"/>
          <p:cNvSpPr txBox="1">
            <a:spLocks noGrp="1"/>
          </p:cNvSpPr>
          <p:nvPr>
            <p:ph type="dt" idx="10"/>
          </p:nvPr>
        </p:nvSpPr>
        <p:spPr>
          <a:xfrm>
            <a:off x="2194560" y="30510482"/>
            <a:ext cx="10241280" cy="1752600"/>
          </a:xfrm>
          <a:prstGeom prst="rect">
            <a:avLst/>
          </a:prstGeom>
          <a:noFill/>
          <a:ln>
            <a:noFill/>
          </a:ln>
        </p:spPr>
        <p:txBody>
          <a:bodyPr spcFirstLastPara="1" wrap="square" lIns="438900" tIns="219450" rIns="438900" bIns="21945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12"/>
          <p:cNvSpPr txBox="1">
            <a:spLocks noGrp="1"/>
          </p:cNvSpPr>
          <p:nvPr>
            <p:ph type="ftr" idx="11"/>
          </p:nvPr>
        </p:nvSpPr>
        <p:spPr>
          <a:xfrm>
            <a:off x="14996160" y="30510482"/>
            <a:ext cx="13898880" cy="1752600"/>
          </a:xfrm>
          <a:prstGeom prst="rect">
            <a:avLst/>
          </a:prstGeom>
          <a:noFill/>
          <a:ln>
            <a:noFill/>
          </a:ln>
        </p:spPr>
        <p:txBody>
          <a:bodyPr spcFirstLastPara="1" wrap="square" lIns="438900" tIns="219450" rIns="438900" bIns="21945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2"/>
          <p:cNvSpPr txBox="1">
            <a:spLocks noGrp="1"/>
          </p:cNvSpPr>
          <p:nvPr>
            <p:ph type="sldNum" idx="12"/>
          </p:nvPr>
        </p:nvSpPr>
        <p:spPr>
          <a:xfrm>
            <a:off x="31455360" y="30510482"/>
            <a:ext cx="10241280" cy="1752600"/>
          </a:xfrm>
          <a:prstGeom prst="rect">
            <a:avLst/>
          </a:prstGeom>
          <a:noFill/>
          <a:ln>
            <a:noFill/>
          </a:ln>
        </p:spPr>
        <p:txBody>
          <a:bodyPr spcFirstLastPara="1" wrap="square" lIns="438900" tIns="219450" rIns="438900" bIns="2194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2194560" y="1318262"/>
            <a:ext cx="39502080" cy="5486400"/>
          </a:xfrm>
          <a:prstGeom prst="rect">
            <a:avLst/>
          </a:prstGeom>
          <a:noFill/>
          <a:ln>
            <a:noFill/>
          </a:ln>
        </p:spPr>
        <p:txBody>
          <a:bodyPr spcFirstLastPara="1" wrap="square" lIns="438900" tIns="219450" rIns="438900" bIns="219450" anchor="ctr" anchorCtr="0">
            <a:normAutofit/>
          </a:bodyPr>
          <a:lstStyle>
            <a:lvl1pPr marR="0" lvl="0" algn="ctr" rtl="0">
              <a:spcBef>
                <a:spcPts val="0"/>
              </a:spcBef>
              <a:spcAft>
                <a:spcPts val="0"/>
              </a:spcAft>
              <a:buClr>
                <a:schemeClr val="dk1"/>
              </a:buClr>
              <a:buSzPts val="21100"/>
              <a:buFont typeface="Calibri"/>
              <a:buNone/>
              <a:defRPr sz="211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2194560" y="7680963"/>
            <a:ext cx="39502080" cy="21724622"/>
          </a:xfrm>
          <a:prstGeom prst="rect">
            <a:avLst/>
          </a:prstGeom>
          <a:noFill/>
          <a:ln>
            <a:noFill/>
          </a:ln>
        </p:spPr>
        <p:txBody>
          <a:bodyPr spcFirstLastPara="1" wrap="square" lIns="438900" tIns="219450" rIns="438900" bIns="219450" anchor="t" anchorCtr="0">
            <a:normAutofit/>
          </a:bodyPr>
          <a:lstStyle>
            <a:lvl1pPr marL="457200" marR="0" lvl="0" indent="-1206500" algn="l" rtl="0">
              <a:spcBef>
                <a:spcPts val="3080"/>
              </a:spcBef>
              <a:spcAft>
                <a:spcPts val="0"/>
              </a:spcAft>
              <a:buClr>
                <a:schemeClr val="dk1"/>
              </a:buClr>
              <a:buSzPts val="15400"/>
              <a:buFont typeface="Arial"/>
              <a:buChar char="•"/>
              <a:defRPr sz="15400" b="0" i="0" u="none" strike="noStrike" cap="none">
                <a:solidFill>
                  <a:schemeClr val="dk1"/>
                </a:solidFill>
                <a:latin typeface="Calibri"/>
                <a:ea typeface="Calibri"/>
                <a:cs typeface="Calibri"/>
                <a:sym typeface="Calibri"/>
              </a:defRPr>
            </a:lvl1pPr>
            <a:lvl2pPr marL="914400" marR="0" lvl="1" indent="-1079500" algn="l" rtl="0">
              <a:spcBef>
                <a:spcPts val="2680"/>
              </a:spcBef>
              <a:spcAft>
                <a:spcPts val="0"/>
              </a:spcAft>
              <a:buClr>
                <a:schemeClr val="dk1"/>
              </a:buClr>
              <a:buSzPts val="13400"/>
              <a:buFont typeface="Arial"/>
              <a:buChar char="–"/>
              <a:defRPr sz="13400" b="0" i="0" u="none" strike="noStrike" cap="none">
                <a:solidFill>
                  <a:schemeClr val="dk1"/>
                </a:solidFill>
                <a:latin typeface="Calibri"/>
                <a:ea typeface="Calibri"/>
                <a:cs typeface="Calibri"/>
                <a:sym typeface="Calibri"/>
              </a:defRPr>
            </a:lvl2pPr>
            <a:lvl3pPr marL="1371600" marR="0" lvl="2" indent="-958850" algn="l" rtl="0">
              <a:spcBef>
                <a:spcPts val="2300"/>
              </a:spcBef>
              <a:spcAft>
                <a:spcPts val="0"/>
              </a:spcAft>
              <a:buClr>
                <a:schemeClr val="dk1"/>
              </a:buClr>
              <a:buSzPts val="11500"/>
              <a:buFont typeface="Arial"/>
              <a:buChar char="•"/>
              <a:defRPr sz="11500" b="0" i="0" u="none" strike="noStrike" cap="none">
                <a:solidFill>
                  <a:schemeClr val="dk1"/>
                </a:solidFill>
                <a:latin typeface="Calibri"/>
                <a:ea typeface="Calibri"/>
                <a:cs typeface="Calibri"/>
                <a:sym typeface="Calibri"/>
              </a:defRPr>
            </a:lvl3pPr>
            <a:lvl4pPr marL="1828800" marR="0" lvl="3"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4pPr>
            <a:lvl5pPr marL="2286000" marR="0" lvl="4"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5pPr>
            <a:lvl6pPr marL="2743200" marR="0" lvl="5"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6pPr>
            <a:lvl7pPr marL="3200400" marR="0" lvl="6"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7pPr>
            <a:lvl8pPr marL="3657600" marR="0" lvl="7"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8pPr>
            <a:lvl9pPr marL="4114800" marR="0" lvl="8"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2194560" y="30510482"/>
            <a:ext cx="10241280" cy="1752600"/>
          </a:xfrm>
          <a:prstGeom prst="rect">
            <a:avLst/>
          </a:prstGeom>
          <a:noFill/>
          <a:ln>
            <a:noFill/>
          </a:ln>
        </p:spPr>
        <p:txBody>
          <a:bodyPr spcFirstLastPara="1" wrap="square" lIns="438900" tIns="219450" rIns="438900" bIns="219450" anchor="ctr" anchorCtr="0">
            <a:noAutofit/>
          </a:bodyPr>
          <a:lstStyle>
            <a:lvl1pPr marR="0" lvl="0" algn="l" rtl="0">
              <a:spcBef>
                <a:spcPts val="0"/>
              </a:spcBef>
              <a:spcAft>
                <a:spcPts val="0"/>
              </a:spcAft>
              <a:buSzPts val="1400"/>
              <a:buNone/>
              <a:defRPr sz="58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86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86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86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86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86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86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86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86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14996160" y="30510482"/>
            <a:ext cx="13898880" cy="1752600"/>
          </a:xfrm>
          <a:prstGeom prst="rect">
            <a:avLst/>
          </a:prstGeom>
          <a:noFill/>
          <a:ln>
            <a:noFill/>
          </a:ln>
        </p:spPr>
        <p:txBody>
          <a:bodyPr spcFirstLastPara="1" wrap="square" lIns="438900" tIns="219450" rIns="438900" bIns="219450" anchor="ctr" anchorCtr="0">
            <a:noAutofit/>
          </a:bodyPr>
          <a:lstStyle>
            <a:lvl1pPr marR="0" lvl="0" algn="ctr" rtl="0">
              <a:spcBef>
                <a:spcPts val="0"/>
              </a:spcBef>
              <a:spcAft>
                <a:spcPts val="0"/>
              </a:spcAft>
              <a:buSzPts val="1400"/>
              <a:buNone/>
              <a:defRPr sz="58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86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86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86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86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86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86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86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86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31455360" y="30510482"/>
            <a:ext cx="10241280" cy="1752600"/>
          </a:xfrm>
          <a:prstGeom prst="rect">
            <a:avLst/>
          </a:prstGeom>
          <a:noFill/>
          <a:ln>
            <a:noFill/>
          </a:ln>
        </p:spPr>
        <p:txBody>
          <a:bodyPr spcFirstLastPara="1" wrap="square" lIns="438900" tIns="219450" rIns="438900" bIns="219450" anchor="ctr" anchorCtr="0">
            <a:noAutofit/>
          </a:bodyPr>
          <a:lstStyle>
            <a:lvl1pPr marL="0" marR="0" lvl="0" indent="0" algn="r" rtl="0">
              <a:spcBef>
                <a:spcPts val="0"/>
              </a:spcBef>
              <a:buNone/>
              <a:defRPr sz="5800" b="0" i="0" u="none" strike="noStrike" cap="none">
                <a:solidFill>
                  <a:srgbClr val="888888"/>
                </a:solidFill>
                <a:latin typeface="Calibri"/>
                <a:ea typeface="Calibri"/>
                <a:cs typeface="Calibri"/>
                <a:sym typeface="Calibri"/>
              </a:defRPr>
            </a:lvl1pPr>
            <a:lvl2pPr marL="0" marR="0" lvl="1" indent="0" algn="r" rtl="0">
              <a:spcBef>
                <a:spcPts val="0"/>
              </a:spcBef>
              <a:buNone/>
              <a:defRPr sz="5800" b="0" i="0" u="none" strike="noStrike" cap="none">
                <a:solidFill>
                  <a:srgbClr val="888888"/>
                </a:solidFill>
                <a:latin typeface="Calibri"/>
                <a:ea typeface="Calibri"/>
                <a:cs typeface="Calibri"/>
                <a:sym typeface="Calibri"/>
              </a:defRPr>
            </a:lvl2pPr>
            <a:lvl3pPr marL="0" marR="0" lvl="2" indent="0" algn="r" rtl="0">
              <a:spcBef>
                <a:spcPts val="0"/>
              </a:spcBef>
              <a:buNone/>
              <a:defRPr sz="5800" b="0" i="0" u="none" strike="noStrike" cap="none">
                <a:solidFill>
                  <a:srgbClr val="888888"/>
                </a:solidFill>
                <a:latin typeface="Calibri"/>
                <a:ea typeface="Calibri"/>
                <a:cs typeface="Calibri"/>
                <a:sym typeface="Calibri"/>
              </a:defRPr>
            </a:lvl3pPr>
            <a:lvl4pPr marL="0" marR="0" lvl="3" indent="0" algn="r" rtl="0">
              <a:spcBef>
                <a:spcPts val="0"/>
              </a:spcBef>
              <a:buNone/>
              <a:defRPr sz="5800" b="0" i="0" u="none" strike="noStrike" cap="none">
                <a:solidFill>
                  <a:srgbClr val="888888"/>
                </a:solidFill>
                <a:latin typeface="Calibri"/>
                <a:ea typeface="Calibri"/>
                <a:cs typeface="Calibri"/>
                <a:sym typeface="Calibri"/>
              </a:defRPr>
            </a:lvl4pPr>
            <a:lvl5pPr marL="0" marR="0" lvl="4" indent="0" algn="r" rtl="0">
              <a:spcBef>
                <a:spcPts val="0"/>
              </a:spcBef>
              <a:buNone/>
              <a:defRPr sz="5800" b="0" i="0" u="none" strike="noStrike" cap="none">
                <a:solidFill>
                  <a:srgbClr val="888888"/>
                </a:solidFill>
                <a:latin typeface="Calibri"/>
                <a:ea typeface="Calibri"/>
                <a:cs typeface="Calibri"/>
                <a:sym typeface="Calibri"/>
              </a:defRPr>
            </a:lvl5pPr>
            <a:lvl6pPr marL="0" marR="0" lvl="5" indent="0" algn="r" rtl="0">
              <a:spcBef>
                <a:spcPts val="0"/>
              </a:spcBef>
              <a:buNone/>
              <a:defRPr sz="5800" b="0" i="0" u="none" strike="noStrike" cap="none">
                <a:solidFill>
                  <a:srgbClr val="888888"/>
                </a:solidFill>
                <a:latin typeface="Calibri"/>
                <a:ea typeface="Calibri"/>
                <a:cs typeface="Calibri"/>
                <a:sym typeface="Calibri"/>
              </a:defRPr>
            </a:lvl6pPr>
            <a:lvl7pPr marL="0" marR="0" lvl="6" indent="0" algn="r" rtl="0">
              <a:spcBef>
                <a:spcPts val="0"/>
              </a:spcBef>
              <a:buNone/>
              <a:defRPr sz="5800" b="0" i="0" u="none" strike="noStrike" cap="none">
                <a:solidFill>
                  <a:srgbClr val="888888"/>
                </a:solidFill>
                <a:latin typeface="Calibri"/>
                <a:ea typeface="Calibri"/>
                <a:cs typeface="Calibri"/>
                <a:sym typeface="Calibri"/>
              </a:defRPr>
            </a:lvl7pPr>
            <a:lvl8pPr marL="0" marR="0" lvl="7" indent="0" algn="r" rtl="0">
              <a:spcBef>
                <a:spcPts val="0"/>
              </a:spcBef>
              <a:buNone/>
              <a:defRPr sz="5800" b="0" i="0" u="none" strike="noStrike" cap="none">
                <a:solidFill>
                  <a:srgbClr val="888888"/>
                </a:solidFill>
                <a:latin typeface="Calibri"/>
                <a:ea typeface="Calibri"/>
                <a:cs typeface="Calibri"/>
                <a:sym typeface="Calibri"/>
              </a:defRPr>
            </a:lvl8pPr>
            <a:lvl9pPr marL="0" marR="0" lvl="8" indent="0" algn="r" rtl="0">
              <a:spcBef>
                <a:spcPts val="0"/>
              </a:spcBef>
              <a:buNone/>
              <a:defRPr sz="5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18" Type="http://schemas.openxmlformats.org/officeDocument/2006/relationships/image" Target="../media/image16.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png"/><Relationship Id="rId17" Type="http://schemas.openxmlformats.org/officeDocument/2006/relationships/image" Target="../media/image15.jpeg"/><Relationship Id="rId2" Type="http://schemas.openxmlformats.org/officeDocument/2006/relationships/notesSlide" Target="../notesSlides/notesSlide1.xml"/><Relationship Id="rId16" Type="http://schemas.openxmlformats.org/officeDocument/2006/relationships/image" Target="../media/image14.jpeg"/><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svg"/><Relationship Id="rId15" Type="http://schemas.openxmlformats.org/officeDocument/2006/relationships/image" Target="../media/image1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7"/>
        <p:cNvGrpSpPr/>
        <p:nvPr/>
      </p:nvGrpSpPr>
      <p:grpSpPr>
        <a:xfrm>
          <a:off x="0" y="0"/>
          <a:ext cx="0" cy="0"/>
          <a:chOff x="0" y="0"/>
          <a:chExt cx="0" cy="0"/>
        </a:xfrm>
      </p:grpSpPr>
      <p:sp>
        <p:nvSpPr>
          <p:cNvPr id="88" name="Google Shape;88;p13"/>
          <p:cNvSpPr>
            <a:spLocks noGrp="1" noRot="1" noMove="1" noResize="1" noEditPoints="1" noAdjustHandles="1" noChangeArrowheads="1" noChangeShapeType="1"/>
          </p:cNvSpPr>
          <p:nvPr/>
        </p:nvSpPr>
        <p:spPr>
          <a:xfrm>
            <a:off x="15062225" y="5693700"/>
            <a:ext cx="13738800" cy="26291400"/>
          </a:xfrm>
          <a:prstGeom prst="rect">
            <a:avLst/>
          </a:prstGeom>
          <a:solidFill>
            <a:srgbClr val="C2D1D8"/>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13"/>
          <p:cNvSpPr txBox="1"/>
          <p:nvPr/>
        </p:nvSpPr>
        <p:spPr>
          <a:xfrm>
            <a:off x="914400" y="5486400"/>
            <a:ext cx="13716000" cy="914400"/>
          </a:xfrm>
          <a:prstGeom prst="rect">
            <a:avLst/>
          </a:prstGeom>
          <a:noFill/>
          <a:ln>
            <a:noFill/>
          </a:ln>
        </p:spPr>
        <p:txBody>
          <a:bodyPr spcFirstLastPara="1" wrap="square" lIns="91425" tIns="91440" rIns="91425" bIns="91440" anchor="t" anchorCtr="0">
            <a:noAutofit/>
          </a:bodyPr>
          <a:lstStyle/>
          <a:p>
            <a:pPr marL="0" marR="0" lvl="0" indent="0" algn="l" rtl="0">
              <a:spcBef>
                <a:spcPts val="0"/>
              </a:spcBef>
              <a:spcAft>
                <a:spcPts val="0"/>
              </a:spcAft>
              <a:buNone/>
            </a:pPr>
            <a:r>
              <a:rPr lang="en-US" sz="5200" b="1" dirty="0">
                <a:solidFill>
                  <a:srgbClr val="595959"/>
                </a:solidFill>
                <a:latin typeface="Calibri"/>
                <a:ea typeface="Calibri"/>
                <a:cs typeface="Calibri"/>
                <a:sym typeface="Calibri"/>
              </a:rPr>
              <a:t>ABSTRACT</a:t>
            </a:r>
            <a:endParaRPr sz="5200" dirty="0">
              <a:solidFill>
                <a:srgbClr val="595959"/>
              </a:solidFill>
              <a:latin typeface="Calibri"/>
              <a:ea typeface="Calibri"/>
              <a:cs typeface="Calibri"/>
              <a:sym typeface="Calibri"/>
            </a:endParaRPr>
          </a:p>
        </p:txBody>
      </p:sp>
      <p:sp>
        <p:nvSpPr>
          <p:cNvPr id="90" name="Google Shape;90;p13"/>
          <p:cNvSpPr txBox="1"/>
          <p:nvPr/>
        </p:nvSpPr>
        <p:spPr>
          <a:xfrm>
            <a:off x="29307459" y="5932750"/>
            <a:ext cx="12937500" cy="9144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5200" b="1" dirty="0">
                <a:solidFill>
                  <a:srgbClr val="595959"/>
                </a:solidFill>
                <a:latin typeface="Calibri"/>
                <a:ea typeface="Calibri"/>
                <a:cs typeface="Calibri"/>
                <a:sym typeface="Calibri"/>
              </a:rPr>
              <a:t>RESULTS AND DISCUSSION</a:t>
            </a:r>
            <a:endParaRPr sz="5200" b="1" dirty="0">
              <a:solidFill>
                <a:srgbClr val="595959"/>
              </a:solidFill>
              <a:latin typeface="Calibri"/>
              <a:ea typeface="Calibri"/>
              <a:cs typeface="Calibri"/>
              <a:sym typeface="Calibri"/>
            </a:endParaRPr>
          </a:p>
          <a:p>
            <a:pPr marL="0" marR="0" lvl="0" indent="0" algn="l" rtl="0">
              <a:spcBef>
                <a:spcPts val="0"/>
              </a:spcBef>
              <a:spcAft>
                <a:spcPts val="0"/>
              </a:spcAft>
              <a:buNone/>
            </a:pPr>
            <a:endParaRPr sz="5200" b="1" dirty="0">
              <a:solidFill>
                <a:srgbClr val="595959"/>
              </a:solidFill>
            </a:endParaRPr>
          </a:p>
        </p:txBody>
      </p:sp>
      <p:sp>
        <p:nvSpPr>
          <p:cNvPr id="91" name="Google Shape;91;p13"/>
          <p:cNvSpPr txBox="1"/>
          <p:nvPr/>
        </p:nvSpPr>
        <p:spPr>
          <a:xfrm>
            <a:off x="29307459" y="25628043"/>
            <a:ext cx="12937500" cy="9144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5200" b="1" dirty="0">
                <a:solidFill>
                  <a:srgbClr val="595959"/>
                </a:solidFill>
                <a:latin typeface="Calibri"/>
                <a:ea typeface="Calibri"/>
                <a:cs typeface="Calibri"/>
                <a:sym typeface="Calibri"/>
              </a:rPr>
              <a:t>CONCLUSIONS AND FURTHER RESEARCH</a:t>
            </a:r>
            <a:endParaRPr sz="5200" dirty="0">
              <a:solidFill>
                <a:srgbClr val="595959"/>
              </a:solidFill>
              <a:latin typeface="Calibri"/>
              <a:ea typeface="Calibri"/>
              <a:cs typeface="Calibri"/>
              <a:sym typeface="Calibri"/>
            </a:endParaRPr>
          </a:p>
        </p:txBody>
      </p:sp>
      <p:sp>
        <p:nvSpPr>
          <p:cNvPr id="92" name="Google Shape;92;p13"/>
          <p:cNvSpPr txBox="1"/>
          <p:nvPr/>
        </p:nvSpPr>
        <p:spPr>
          <a:xfrm>
            <a:off x="28962825" y="26464000"/>
            <a:ext cx="13738800" cy="1154132"/>
          </a:xfrm>
          <a:prstGeom prst="rect">
            <a:avLst/>
          </a:prstGeom>
          <a:noFill/>
          <a:ln>
            <a:noFill/>
          </a:ln>
        </p:spPr>
        <p:txBody>
          <a:bodyPr spcFirstLastPara="1" wrap="square" lIns="457200" tIns="274300" rIns="457200" bIns="365750" anchor="t" anchorCtr="0">
            <a:spAutoFit/>
          </a:bodyPr>
          <a:lstStyle/>
          <a:p>
            <a:pPr marL="0" marR="0" lvl="0" indent="0" algn="just" rtl="0">
              <a:spcBef>
                <a:spcPts val="0"/>
              </a:spcBef>
              <a:spcAft>
                <a:spcPts val="0"/>
              </a:spcAft>
              <a:buNone/>
            </a:pPr>
            <a:r>
              <a:rPr lang="en-US" sz="3300" dirty="0">
                <a:solidFill>
                  <a:schemeClr val="dk1"/>
                </a:solidFill>
                <a:latin typeface="Calibri"/>
                <a:ea typeface="Calibri"/>
                <a:cs typeface="Calibri"/>
                <a:sym typeface="Calibri"/>
              </a:rPr>
              <a:t>[TEXT HERE]</a:t>
            </a:r>
            <a:endParaRPr sz="3300" dirty="0">
              <a:solidFill>
                <a:schemeClr val="dk1"/>
              </a:solidFill>
              <a:latin typeface="Calibri"/>
              <a:ea typeface="Calibri"/>
              <a:cs typeface="Calibri"/>
              <a:sym typeface="Calibri"/>
            </a:endParaRPr>
          </a:p>
        </p:txBody>
      </p:sp>
      <p:sp>
        <p:nvSpPr>
          <p:cNvPr id="93" name="Google Shape;93;p13"/>
          <p:cNvSpPr txBox="1"/>
          <p:nvPr/>
        </p:nvSpPr>
        <p:spPr>
          <a:xfrm>
            <a:off x="28917200" y="28913500"/>
            <a:ext cx="9638400" cy="1708130"/>
          </a:xfrm>
          <a:prstGeom prst="rect">
            <a:avLst/>
          </a:prstGeom>
          <a:noFill/>
          <a:ln>
            <a:noFill/>
          </a:ln>
        </p:spPr>
        <p:txBody>
          <a:bodyPr spcFirstLastPara="1" wrap="square" lIns="457200" tIns="274300" rIns="457200" bIns="365750" anchor="t" anchorCtr="0">
            <a:spAutoFit/>
          </a:bodyPr>
          <a:lstStyle/>
          <a:p>
            <a:pPr marL="0" marR="0" lvl="0" indent="0" algn="l" rtl="0">
              <a:spcBef>
                <a:spcPts val="0"/>
              </a:spcBef>
              <a:spcAft>
                <a:spcPts val="0"/>
              </a:spcAft>
              <a:buNone/>
            </a:pPr>
            <a:r>
              <a:rPr lang="en-US" sz="4100" b="1" i="1" u="none" strike="noStrike" cap="none" dirty="0">
                <a:solidFill>
                  <a:srgbClr val="A0B7C1"/>
                </a:solidFill>
                <a:latin typeface="Calibri"/>
                <a:ea typeface="Calibri"/>
                <a:cs typeface="Calibri"/>
                <a:sym typeface="Calibri"/>
              </a:rPr>
              <a:t>A</a:t>
            </a:r>
            <a:r>
              <a:rPr lang="en-US" sz="4100" b="1" i="1" dirty="0">
                <a:solidFill>
                  <a:srgbClr val="A0B7C1"/>
                </a:solidFill>
                <a:latin typeface="Calibri"/>
                <a:ea typeface="Calibri"/>
                <a:cs typeface="Calibri"/>
                <a:sym typeface="Calibri"/>
              </a:rPr>
              <a:t>CKNOWLEDGMENTS</a:t>
            </a:r>
            <a:endParaRPr sz="1700" dirty="0">
              <a:solidFill>
                <a:srgbClr val="A0B7C1"/>
              </a:solidFill>
              <a:latin typeface="Calibri"/>
              <a:ea typeface="Calibri"/>
              <a:cs typeface="Calibri"/>
              <a:sym typeface="Calibri"/>
            </a:endParaRPr>
          </a:p>
          <a:p>
            <a:pPr marL="0" marR="0" lvl="0" indent="0" algn="just" rtl="0">
              <a:spcBef>
                <a:spcPts val="0"/>
              </a:spcBef>
              <a:spcAft>
                <a:spcPts val="0"/>
              </a:spcAft>
              <a:buNone/>
            </a:pPr>
            <a:r>
              <a:rPr lang="en-US" sz="2800" i="1" dirty="0">
                <a:solidFill>
                  <a:schemeClr val="dk1"/>
                </a:solidFill>
                <a:latin typeface="Calibri"/>
                <a:ea typeface="Calibri"/>
                <a:cs typeface="Calibri"/>
                <a:sym typeface="Calibri"/>
              </a:rPr>
              <a:t>[TEXT HERE]</a:t>
            </a:r>
            <a:endParaRPr sz="2900" b="1" i="1" dirty="0">
              <a:solidFill>
                <a:schemeClr val="dk1"/>
              </a:solidFill>
              <a:latin typeface="Calibri"/>
              <a:ea typeface="Calibri"/>
              <a:cs typeface="Calibri"/>
              <a:sym typeface="Calibri"/>
            </a:endParaRPr>
          </a:p>
        </p:txBody>
      </p:sp>
      <p:sp>
        <p:nvSpPr>
          <p:cNvPr id="94" name="Google Shape;94;p13"/>
          <p:cNvSpPr txBox="1">
            <a:spLocks noGrp="1" noRot="1" noMove="1" noResize="1" noEditPoints="1" noAdjustHandles="1" noChangeArrowheads="1" noChangeShapeType="1"/>
          </p:cNvSpPr>
          <p:nvPr/>
        </p:nvSpPr>
        <p:spPr>
          <a:xfrm>
            <a:off x="914400" y="914400"/>
            <a:ext cx="42062400" cy="4062610"/>
          </a:xfrm>
          <a:prstGeom prst="rect">
            <a:avLst/>
          </a:prstGeom>
          <a:solidFill>
            <a:srgbClr val="C2D1D8"/>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endParaRPr sz="2400" b="1" dirty="0">
              <a:solidFill>
                <a:schemeClr val="dk1"/>
              </a:solidFill>
              <a:latin typeface="Calibri"/>
              <a:ea typeface="Calibri"/>
              <a:cs typeface="Calibri"/>
              <a:sym typeface="Calibri"/>
            </a:endParaRPr>
          </a:p>
          <a:p>
            <a:pPr marL="0" marR="0" lvl="0" indent="0" algn="ctr" rtl="0">
              <a:spcBef>
                <a:spcPts val="0"/>
              </a:spcBef>
              <a:spcAft>
                <a:spcPts val="0"/>
              </a:spcAft>
              <a:buNone/>
            </a:pPr>
            <a:r>
              <a:rPr lang="en-US" sz="7000" b="1" i="1" dirty="0">
                <a:solidFill>
                  <a:schemeClr val="dk1"/>
                </a:solidFill>
                <a:latin typeface="Calibri"/>
                <a:ea typeface="Calibri"/>
                <a:cs typeface="Calibri"/>
                <a:sym typeface="Calibri"/>
              </a:rPr>
              <a:t>Breathe Providence</a:t>
            </a:r>
            <a:r>
              <a:rPr lang="en-US" sz="7000" b="1" dirty="0">
                <a:solidFill>
                  <a:schemeClr val="dk1"/>
                </a:solidFill>
                <a:latin typeface="Calibri"/>
                <a:ea typeface="Calibri"/>
                <a:cs typeface="Calibri"/>
                <a:sym typeface="Calibri"/>
              </a:rPr>
              <a:t>: Towards a Distributed Method for </a:t>
            </a:r>
            <a:br>
              <a:rPr lang="en-US" sz="7000" b="1" dirty="0">
                <a:solidFill>
                  <a:schemeClr val="dk1"/>
                </a:solidFill>
                <a:latin typeface="Calibri"/>
                <a:ea typeface="Calibri"/>
                <a:cs typeface="Calibri"/>
                <a:sym typeface="Calibri"/>
              </a:rPr>
            </a:br>
            <a:r>
              <a:rPr lang="en-US" sz="7000" b="1" dirty="0">
                <a:solidFill>
                  <a:schemeClr val="dk1"/>
                </a:solidFill>
                <a:latin typeface="Calibri"/>
                <a:ea typeface="Calibri"/>
                <a:cs typeface="Calibri"/>
                <a:sym typeface="Calibri"/>
              </a:rPr>
              <a:t>Quantifying the Reliability of Low-Cost Air Quality Sensors</a:t>
            </a:r>
            <a:endParaRPr sz="7000" dirty="0">
              <a:solidFill>
                <a:schemeClr val="dk1"/>
              </a:solidFill>
              <a:latin typeface="Calibri"/>
              <a:ea typeface="Calibri"/>
              <a:cs typeface="Calibri"/>
              <a:sym typeface="Calibri"/>
            </a:endParaRPr>
          </a:p>
          <a:p>
            <a:pPr marL="0" marR="0" lvl="0" indent="0" algn="ctr" rtl="0">
              <a:spcBef>
                <a:spcPts val="1200"/>
              </a:spcBef>
              <a:spcAft>
                <a:spcPts val="0"/>
              </a:spcAft>
              <a:buNone/>
            </a:pPr>
            <a:r>
              <a:rPr lang="en-US" sz="5900" b="1" dirty="0">
                <a:solidFill>
                  <a:srgbClr val="595959"/>
                </a:solidFill>
                <a:latin typeface="Calibri"/>
                <a:ea typeface="Calibri"/>
                <a:cs typeface="Calibri"/>
                <a:sym typeface="Calibri"/>
              </a:rPr>
              <a:t>Mike Woodilla — Advisor: Professor Meredith Hastings</a:t>
            </a:r>
            <a:endParaRPr sz="3000" dirty="0">
              <a:solidFill>
                <a:schemeClr val="dk1"/>
              </a:solidFill>
              <a:latin typeface="Calibri"/>
              <a:ea typeface="Calibri"/>
              <a:cs typeface="Calibri"/>
              <a:sym typeface="Calibri"/>
            </a:endParaRPr>
          </a:p>
          <a:p>
            <a:pPr marL="0" marR="0" lvl="0" indent="0" algn="ctr" rtl="0">
              <a:spcBef>
                <a:spcPts val="1200"/>
              </a:spcBef>
              <a:spcAft>
                <a:spcPts val="0"/>
              </a:spcAft>
              <a:buNone/>
            </a:pPr>
            <a:endParaRPr sz="1500" dirty="0">
              <a:solidFill>
                <a:schemeClr val="dk1"/>
              </a:solidFill>
              <a:latin typeface="Calibri"/>
              <a:ea typeface="Calibri"/>
              <a:cs typeface="Calibri"/>
              <a:sym typeface="Calibri"/>
            </a:endParaRPr>
          </a:p>
        </p:txBody>
      </p:sp>
      <p:pic>
        <p:nvPicPr>
          <p:cNvPr id="95" name="Google Shape;95;p13"/>
          <p:cNvPicPr preferRelativeResize="0">
            <a:picLocks noChangeAspect="1"/>
          </p:cNvPicPr>
          <p:nvPr/>
        </p:nvPicPr>
        <p:blipFill rotWithShape="1">
          <a:blip r:embed="rId3">
            <a:alphaModFix/>
          </a:blip>
          <a:srcRect/>
          <a:stretch/>
        </p:blipFill>
        <p:spPr>
          <a:xfrm>
            <a:off x="1828800" y="1554480"/>
            <a:ext cx="7132320" cy="2743200"/>
          </a:xfrm>
          <a:prstGeom prst="rect">
            <a:avLst/>
          </a:prstGeom>
          <a:noFill/>
          <a:ln>
            <a:noFill/>
          </a:ln>
        </p:spPr>
      </p:pic>
      <p:sp>
        <p:nvSpPr>
          <p:cNvPr id="98" name="Google Shape;98;p13"/>
          <p:cNvSpPr txBox="1"/>
          <p:nvPr/>
        </p:nvSpPr>
        <p:spPr>
          <a:xfrm>
            <a:off x="914400" y="6309360"/>
            <a:ext cx="13716000" cy="15727382"/>
          </a:xfrm>
          <a:prstGeom prst="rect">
            <a:avLst/>
          </a:prstGeom>
          <a:noFill/>
          <a:ln>
            <a:noFill/>
          </a:ln>
        </p:spPr>
        <p:txBody>
          <a:bodyPr spcFirstLastPara="1" wrap="square" lIns="91440" tIns="91440" rIns="91440" bIns="91440" anchor="t" anchorCtr="0">
            <a:spAutoFit/>
          </a:bodyPr>
          <a:lstStyle/>
          <a:p>
            <a:pPr marL="0" lvl="0" indent="0" algn="just" rtl="0">
              <a:spcAft>
                <a:spcPts val="1200"/>
              </a:spcAft>
              <a:buClr>
                <a:schemeClr val="dk1"/>
              </a:buClr>
              <a:buSzPts val="1100"/>
              <a:buFont typeface="Arial"/>
              <a:buNone/>
            </a:pPr>
            <a:r>
              <a:rPr lang="en-US" sz="3300" dirty="0">
                <a:latin typeface="Calibri"/>
                <a:ea typeface="Calibri"/>
                <a:cs typeface="Calibri"/>
                <a:sym typeface="Calibri"/>
              </a:rPr>
              <a:t>Low-cost sensors for measuring common air pollutants have made urban air quality research possible at high spatial and temporal resolution. This high-resolution data can be used to identify air quality events and trends at scales that are impractical for expensive reference-grade instruments to measure, however calibration of low-cost sensors remains challenging. Sensor applications in large distributed air quality monitoring networks further complicate calibration needs – laboratory calibration has been shown to translate poorly after sensor deployment and requires downtime for every sensor in the network, and in situ gas calibration requires frequent site visits to account for seasonal interferences to sensor measurements. </a:t>
            </a:r>
            <a:r>
              <a:rPr lang="en-US" sz="3300" dirty="0" err="1">
                <a:latin typeface="Calibri"/>
                <a:ea typeface="Calibri"/>
                <a:cs typeface="Calibri"/>
                <a:sym typeface="Calibri"/>
              </a:rPr>
              <a:t>Alphasense</a:t>
            </a:r>
            <a:r>
              <a:rPr lang="en-US" sz="3300" dirty="0">
                <a:latin typeface="Calibri"/>
                <a:ea typeface="Calibri"/>
                <a:cs typeface="Calibri"/>
                <a:sym typeface="Calibri"/>
              </a:rPr>
              <a:t> electrochemical gas sensors are also known to be cross-sensitive to temperature and relative humidity, which are seasonally-dependent and can cause poor sensor performance, especially in summer months, and induce drift over time.</a:t>
            </a:r>
          </a:p>
          <a:p>
            <a:pPr marL="0" lvl="0" indent="0" algn="just" rtl="0">
              <a:spcAft>
                <a:spcPts val="1200"/>
              </a:spcAft>
              <a:buClr>
                <a:schemeClr val="dk1"/>
              </a:buClr>
              <a:buSzPts val="1100"/>
              <a:buFont typeface="Arial"/>
              <a:buNone/>
            </a:pPr>
            <a:r>
              <a:rPr lang="en-US" sz="3300" dirty="0">
                <a:latin typeface="Calibri"/>
                <a:ea typeface="Calibri"/>
                <a:cs typeface="Calibri"/>
                <a:sym typeface="Calibri"/>
              </a:rPr>
              <a:t>This project seeks to characterize the reliability of carbon monoxide sensors in the Breathe Providence air quality monitoring network using distributed methods. Existing methods rely extensively on simultaneous reference observations and residual statistics, however availability of reference data from Environmental Protection Agency monitoring stations is limited in the City of Providence. Therefore, in addition to calculating residual statistics, the probability density function (PDF) of measurement and reference observations is approximated for each month since sensor deployment. When reference‑grade observations are not available, the first operating year of sensor data is treated as reference. </a:t>
            </a:r>
            <a:r>
              <a:rPr lang="en-US" sz="3300" i="1" dirty="0">
                <a:latin typeface="Calibri"/>
                <a:ea typeface="Calibri"/>
                <a:cs typeface="Calibri"/>
                <a:sym typeface="Calibri"/>
              </a:rPr>
              <a:t>F</a:t>
            </a:r>
            <a:r>
              <a:rPr lang="en-US" sz="3300" dirty="0">
                <a:latin typeface="Calibri"/>
                <a:ea typeface="Calibri"/>
                <a:cs typeface="Calibri"/>
                <a:sym typeface="Calibri"/>
              </a:rPr>
              <a:t>-Divergences of reference and measurement distributions are then calculated and interpreted as an indication of drift. Since low-cost gas sensors are thought to be unreliable at high temperature or relative humidity values, we compare residual correlation and PDF divergence with and without a meteorological filter which excludes observations at Temp &gt; 30°C and RH &gt; 0.75. This method is applied to a sensor with published reliability statistics as a control experiment.</a:t>
            </a:r>
          </a:p>
        </p:txBody>
      </p:sp>
      <p:sp>
        <p:nvSpPr>
          <p:cNvPr id="99" name="Google Shape;99;p13"/>
          <p:cNvSpPr txBox="1"/>
          <p:nvPr/>
        </p:nvSpPr>
        <p:spPr>
          <a:xfrm>
            <a:off x="914400" y="27066240"/>
            <a:ext cx="13716000" cy="4139564"/>
          </a:xfrm>
          <a:prstGeom prst="rect">
            <a:avLst/>
          </a:prstGeom>
          <a:noFill/>
          <a:ln>
            <a:noFill/>
          </a:ln>
        </p:spPr>
        <p:txBody>
          <a:bodyPr spcFirstLastPara="1" wrap="square" lIns="91425" tIns="91425" rIns="91425" bIns="91425" anchor="t" anchorCtr="0">
            <a:spAutoFit/>
          </a:bodyPr>
          <a:lstStyle/>
          <a:p>
            <a:pPr marL="457200" lvl="0" indent="-457200" algn="just" rtl="0">
              <a:spcBef>
                <a:spcPts val="0"/>
              </a:spcBef>
              <a:spcAft>
                <a:spcPts val="0"/>
              </a:spcAft>
              <a:buFont typeface="Arial" panose="020B0604020202020204" pitchFamily="34" charset="0"/>
              <a:buChar char="•"/>
            </a:pPr>
            <a:r>
              <a:rPr lang="en-US" sz="3200" dirty="0">
                <a:solidFill>
                  <a:schemeClr val="dk1"/>
                </a:solidFill>
                <a:latin typeface="Calibri"/>
                <a:ea typeface="Calibri"/>
                <a:cs typeface="Calibri"/>
                <a:sym typeface="Calibri"/>
              </a:rPr>
              <a:t>To characterize the long-term deployment reliability of Breathe Providence Network CO and FPM sensors using existing frameworks. </a:t>
            </a:r>
          </a:p>
          <a:p>
            <a:pPr marL="457200" lvl="0" indent="-457200" algn="just" rtl="0">
              <a:spcBef>
                <a:spcPts val="0"/>
              </a:spcBef>
              <a:spcAft>
                <a:spcPts val="0"/>
              </a:spcAft>
              <a:buFont typeface="Arial" panose="020B0604020202020204" pitchFamily="34" charset="0"/>
              <a:buChar char="•"/>
            </a:pPr>
            <a:r>
              <a:rPr lang="en-US" sz="3200" dirty="0">
                <a:solidFill>
                  <a:schemeClr val="dk1"/>
                </a:solidFill>
                <a:latin typeface="Calibri"/>
                <a:ea typeface="Calibri"/>
                <a:cs typeface="Calibri"/>
                <a:sym typeface="Calibri"/>
              </a:rPr>
              <a:t>To develop a new framework for sensor reliability characterization that minimally relies on external reference measurements. </a:t>
            </a:r>
          </a:p>
          <a:p>
            <a:pPr marL="457200" lvl="0" indent="-457200" algn="just" rtl="0">
              <a:spcBef>
                <a:spcPts val="0"/>
              </a:spcBef>
              <a:spcAft>
                <a:spcPts val="0"/>
              </a:spcAft>
              <a:buFont typeface="Arial" panose="020B0604020202020204" pitchFamily="34" charset="0"/>
              <a:buChar char="•"/>
            </a:pPr>
            <a:r>
              <a:rPr lang="en-US" sz="3200" dirty="0">
                <a:solidFill>
                  <a:schemeClr val="dk1"/>
                </a:solidFill>
                <a:latin typeface="Calibri"/>
                <a:ea typeface="Calibri"/>
                <a:cs typeface="Calibri"/>
                <a:sym typeface="Calibri"/>
              </a:rPr>
              <a:t>To test this new framework against existing reliability characterizations.</a:t>
            </a:r>
          </a:p>
          <a:p>
            <a:pPr marL="457200" lvl="0" indent="-457200" algn="just" rtl="0">
              <a:spcBef>
                <a:spcPts val="0"/>
              </a:spcBef>
              <a:spcAft>
                <a:spcPts val="0"/>
              </a:spcAft>
              <a:buFont typeface="Arial" panose="020B0604020202020204" pitchFamily="34" charset="0"/>
              <a:buChar char="•"/>
            </a:pPr>
            <a:r>
              <a:rPr lang="en-US" sz="3200" dirty="0">
                <a:solidFill>
                  <a:schemeClr val="dk1"/>
                </a:solidFill>
                <a:latin typeface="Calibri"/>
                <a:ea typeface="Calibri"/>
                <a:cs typeface="Calibri"/>
                <a:sym typeface="Calibri"/>
              </a:rPr>
              <a:t>To apply this new framework to the Breathe Providence Network and report findings. </a:t>
            </a:r>
          </a:p>
          <a:p>
            <a:pPr marL="457200" lvl="0" indent="-457200" algn="just" rtl="0">
              <a:spcBef>
                <a:spcPts val="0"/>
              </a:spcBef>
              <a:spcAft>
                <a:spcPts val="0"/>
              </a:spcAft>
              <a:buFont typeface="Arial" panose="020B0604020202020204" pitchFamily="34" charset="0"/>
              <a:buChar char="•"/>
            </a:pPr>
            <a:endParaRPr sz="3300" dirty="0">
              <a:solidFill>
                <a:schemeClr val="dk1"/>
              </a:solidFill>
              <a:latin typeface="Calibri"/>
              <a:ea typeface="Calibri"/>
              <a:cs typeface="Calibri"/>
              <a:sym typeface="Calibri"/>
            </a:endParaRPr>
          </a:p>
        </p:txBody>
      </p:sp>
      <p:sp>
        <p:nvSpPr>
          <p:cNvPr id="100" name="Google Shape;100;p13"/>
          <p:cNvSpPr txBox="1"/>
          <p:nvPr/>
        </p:nvSpPr>
        <p:spPr>
          <a:xfrm>
            <a:off x="15359419" y="20799761"/>
            <a:ext cx="12937500" cy="10679816"/>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Clr>
                <a:schemeClr val="dk1"/>
              </a:buClr>
              <a:buSzPts val="1100"/>
              <a:buFont typeface="Arial"/>
              <a:buNone/>
            </a:pPr>
            <a:r>
              <a:rPr lang="en-US" sz="3100" dirty="0">
                <a:solidFill>
                  <a:schemeClr val="dk1"/>
                </a:solidFill>
                <a:latin typeface="Calibri"/>
                <a:ea typeface="Calibri"/>
                <a:cs typeface="Calibri"/>
                <a:sym typeface="Calibri"/>
              </a:rPr>
              <a:t>As an experimental control, we first examine reliability statistics for BEACO2N @ Richmond Field Station (RFS), Berkeley CA; existing reliability statistics for this sensor are published by Winter et. al. (June 2025) which allows us to be confident in the true reliability state of the sensor. Time series correlation statistics are plotted over duration of deployment for the sensor. We find strong residual correlation with reference for this particular sensor over time, however we seek a reliability characterization method that relies minimally on simultaneous reference observations. We therefore estimate the probability density function (PDF) of sensor observations for each month of deployment and characterize the divergence between reference and measurement distributions using </a:t>
            </a:r>
            <a:r>
              <a:rPr lang="en-US" sz="3100" dirty="0" err="1">
                <a:solidFill>
                  <a:schemeClr val="dk1"/>
                </a:solidFill>
                <a:latin typeface="Calibri"/>
                <a:ea typeface="Calibri"/>
                <a:cs typeface="Calibri"/>
                <a:sym typeface="Calibri"/>
              </a:rPr>
              <a:t>Kullback</a:t>
            </a:r>
            <a:r>
              <a:rPr lang="en-US" sz="3100" dirty="0">
                <a:solidFill>
                  <a:schemeClr val="dk1"/>
                </a:solidFill>
                <a:latin typeface="Calibri"/>
                <a:ea typeface="Calibri"/>
                <a:cs typeface="Calibri"/>
                <a:sym typeface="Calibri"/>
              </a:rPr>
              <a:t>-Liebler, Hellinger, and Euclidean divergences. PDFs are estimated via a discrete histogram approximation with bin width set to 0.05 ppm; this approximation granularity was found to be necessary to reduce sensor noise uptake in the distribution estimation and to prevent floating-point arithmetic underflow. Since low-cost sensors are likely to be inaccurate at high temperature and relative humidity values, we compare residual correlation and PDF divergence with and without a meteorological filter which excludes observations at Temp &gt; 30°C and RH &gt; 0.75. We also compare trends in divergence when the first 12 months of the sensor’s operation are treated as reference distributions. We find that there is no significant trend in divergence when the source of reference data is either external or internal, nor do we find significant change in divergence before and after meteorological filtering. </a:t>
            </a:r>
          </a:p>
        </p:txBody>
      </p:sp>
      <p:pic>
        <p:nvPicPr>
          <p:cNvPr id="101" name="Google Shape;101;p13" descr="User with solid fill"/>
          <p:cNvPicPr preferRelativeResize="0"/>
          <p:nvPr/>
        </p:nvPicPr>
        <p:blipFill>
          <a:blip r:embed="rId4">
            <a:extLst>
              <a:ext uri="{96DAC541-7B7A-43D3-8B79-37D633B846F1}">
                <asvg:svgBlip xmlns:asvg="http://schemas.microsoft.com/office/drawing/2016/SVG/main" r:embed="rId5"/>
              </a:ext>
            </a:extLst>
          </a:blip>
          <a:srcRect l="1765" r="1765"/>
          <a:stretch/>
        </p:blipFill>
        <p:spPr>
          <a:xfrm>
            <a:off x="39170900" y="1280160"/>
            <a:ext cx="3385500" cy="3509400"/>
          </a:xfrm>
          <a:prstGeom prst="ellipse">
            <a:avLst/>
          </a:prstGeom>
          <a:noFill/>
          <a:ln>
            <a:noFill/>
          </a:ln>
        </p:spPr>
      </p:pic>
      <p:sp>
        <p:nvSpPr>
          <p:cNvPr id="102" name="Google Shape;102;p13"/>
          <p:cNvSpPr txBox="1"/>
          <p:nvPr/>
        </p:nvSpPr>
        <p:spPr>
          <a:xfrm>
            <a:off x="33284160" y="2468880"/>
            <a:ext cx="5750700" cy="1892785"/>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3900" dirty="0">
                <a:latin typeface="Calibri"/>
                <a:ea typeface="Calibri"/>
                <a:cs typeface="Calibri"/>
                <a:sym typeface="Calibri"/>
              </a:rPr>
              <a:t>Junior studying </a:t>
            </a:r>
          </a:p>
          <a:p>
            <a:pPr marL="0" marR="0" lvl="0" indent="0" algn="r" rtl="0">
              <a:lnSpc>
                <a:spcPct val="100000"/>
              </a:lnSpc>
              <a:spcBef>
                <a:spcPts val="0"/>
              </a:spcBef>
              <a:spcAft>
                <a:spcPts val="0"/>
              </a:spcAft>
              <a:buNone/>
            </a:pPr>
            <a:r>
              <a:rPr lang="en-US" sz="3900" dirty="0">
                <a:latin typeface="Calibri"/>
                <a:ea typeface="Calibri"/>
                <a:cs typeface="Calibri"/>
                <a:sym typeface="Calibri"/>
              </a:rPr>
              <a:t>Mathematics and </a:t>
            </a:r>
          </a:p>
          <a:p>
            <a:pPr marL="0" marR="0" lvl="0" indent="0" algn="r" rtl="0">
              <a:lnSpc>
                <a:spcPct val="100000"/>
              </a:lnSpc>
              <a:spcBef>
                <a:spcPts val="0"/>
              </a:spcBef>
              <a:spcAft>
                <a:spcPts val="0"/>
              </a:spcAft>
              <a:buNone/>
            </a:pPr>
            <a:r>
              <a:rPr lang="en-US" sz="3900" dirty="0">
                <a:latin typeface="Calibri"/>
                <a:ea typeface="Calibri"/>
                <a:cs typeface="Calibri"/>
                <a:sym typeface="Calibri"/>
              </a:rPr>
              <a:t>Computer Science</a:t>
            </a:r>
            <a:endParaRPr sz="900" dirty="0">
              <a:latin typeface="Calibri"/>
              <a:ea typeface="Calibri"/>
              <a:cs typeface="Calibri"/>
              <a:sym typeface="Calibri"/>
            </a:endParaRPr>
          </a:p>
        </p:txBody>
      </p:sp>
      <p:sp>
        <p:nvSpPr>
          <p:cNvPr id="104" name="Google Shape;104;p13"/>
          <p:cNvSpPr txBox="1"/>
          <p:nvPr/>
        </p:nvSpPr>
        <p:spPr>
          <a:xfrm>
            <a:off x="914400" y="26151840"/>
            <a:ext cx="3754877" cy="985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5200" b="1" dirty="0">
                <a:solidFill>
                  <a:srgbClr val="595959"/>
                </a:solidFill>
                <a:latin typeface="Calibri"/>
                <a:ea typeface="Calibri"/>
                <a:cs typeface="Calibri"/>
                <a:sym typeface="Calibri"/>
              </a:rPr>
              <a:t>OBJECTIVES</a:t>
            </a:r>
            <a:endParaRPr sz="5200" dirty="0">
              <a:solidFill>
                <a:srgbClr val="595959"/>
              </a:solidFill>
              <a:latin typeface="Calibri"/>
              <a:ea typeface="Calibri"/>
              <a:cs typeface="Calibri"/>
              <a:sym typeface="Calibri"/>
            </a:endParaRPr>
          </a:p>
        </p:txBody>
      </p:sp>
      <p:pic>
        <p:nvPicPr>
          <p:cNvPr id="108" name="Google Shape;108;p13"/>
          <p:cNvPicPr preferRelativeResize="0"/>
          <p:nvPr/>
        </p:nvPicPr>
        <p:blipFill rotWithShape="1">
          <a:blip r:embed="rId6">
            <a:alphaModFix/>
          </a:blip>
          <a:srcRect l="31778" t="6009" r="31090" b="19284"/>
          <a:stretch/>
        </p:blipFill>
        <p:spPr>
          <a:xfrm>
            <a:off x="38926100" y="28956675"/>
            <a:ext cx="3255790" cy="3315530"/>
          </a:xfrm>
          <a:prstGeom prst="rect">
            <a:avLst/>
          </a:prstGeom>
          <a:noFill/>
          <a:ln w="28575" cap="flat" cmpd="sng">
            <a:noFill/>
            <a:prstDash val="solid"/>
            <a:round/>
            <a:headEnd type="none" w="sm" len="sm"/>
            <a:tailEnd type="none" w="sm" len="sm"/>
          </a:ln>
        </p:spPr>
      </p:pic>
      <p:sp>
        <p:nvSpPr>
          <p:cNvPr id="113" name="Google Shape;113;p13"/>
          <p:cNvSpPr/>
          <p:nvPr/>
        </p:nvSpPr>
        <p:spPr>
          <a:xfrm>
            <a:off x="32432350" y="19220588"/>
            <a:ext cx="1111200" cy="507900"/>
          </a:xfrm>
          <a:prstGeom prst="roundRect">
            <a:avLst>
              <a:gd name="adj" fmla="val 16667"/>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13"/>
          <p:cNvSpPr txBox="1"/>
          <p:nvPr/>
        </p:nvSpPr>
        <p:spPr>
          <a:xfrm>
            <a:off x="15290278" y="17922080"/>
            <a:ext cx="12843900" cy="2893069"/>
          </a:xfrm>
          <a:prstGeom prst="rect">
            <a:avLst/>
          </a:prstGeom>
          <a:noFill/>
          <a:ln>
            <a:noFill/>
          </a:ln>
        </p:spPr>
        <p:txBody>
          <a:bodyPr spcFirstLastPara="1" wrap="square" lIns="91425" tIns="91425" rIns="91425" bIns="91425" anchor="t" anchorCtr="0">
            <a:spAutoFit/>
          </a:bodyPr>
          <a:lstStyle/>
          <a:p>
            <a:pPr marL="0" lvl="0" indent="0" algn="just" rtl="0">
              <a:spcBef>
                <a:spcPts val="0"/>
              </a:spcBef>
              <a:buClr>
                <a:schemeClr val="dk1"/>
              </a:buClr>
              <a:buSzPts val="1100"/>
              <a:buFont typeface="Arial"/>
              <a:buNone/>
            </a:pPr>
            <a:r>
              <a:rPr lang="en-US" sz="2200" i="1" dirty="0">
                <a:solidFill>
                  <a:schemeClr val="dk1"/>
                </a:solidFill>
                <a:latin typeface="Calibri"/>
                <a:ea typeface="Calibri"/>
                <a:cs typeface="Calibri"/>
                <a:sym typeface="Calibri"/>
              </a:rPr>
              <a:t>Graphs of BEACO2N CO observation characteristics at Richmond Field Station, Berkeley CA, across months deployed. </a:t>
            </a:r>
          </a:p>
          <a:p>
            <a:pPr marL="0" lvl="0" indent="0" algn="just" rtl="0">
              <a:spcBef>
                <a:spcPts val="0"/>
              </a:spcBef>
              <a:buClr>
                <a:schemeClr val="dk1"/>
              </a:buClr>
              <a:buSzPts val="1100"/>
              <a:buFont typeface="Arial"/>
              <a:buNone/>
            </a:pPr>
            <a:r>
              <a:rPr lang="en-US" sz="2200" i="1" u="sng" dirty="0">
                <a:solidFill>
                  <a:schemeClr val="dk1"/>
                </a:solidFill>
                <a:latin typeface="Calibri"/>
                <a:ea typeface="Calibri"/>
                <a:cs typeface="Calibri"/>
                <a:sym typeface="Calibri"/>
              </a:rPr>
              <a:t>Row 1:</a:t>
            </a:r>
            <a:r>
              <a:rPr lang="en-US" sz="2200" i="1" dirty="0">
                <a:solidFill>
                  <a:schemeClr val="dk1"/>
                </a:solidFill>
                <a:latin typeface="Calibri"/>
                <a:ea typeface="Calibri"/>
                <a:cs typeface="Calibri"/>
                <a:sym typeface="Calibri"/>
              </a:rPr>
              <a:t> Time series residuals; Time series residual statistics; Probability density functions of observations from measurement and reference sensors; </a:t>
            </a:r>
          </a:p>
          <a:p>
            <a:pPr marL="0" lvl="0" indent="0" algn="just" rtl="0">
              <a:spcBef>
                <a:spcPts val="0"/>
              </a:spcBef>
              <a:buClr>
                <a:schemeClr val="dk1"/>
              </a:buClr>
              <a:buSzPts val="1100"/>
              <a:buFont typeface="Arial"/>
              <a:buNone/>
            </a:pPr>
            <a:r>
              <a:rPr lang="en-US" sz="2200" i="1" u="sng" dirty="0">
                <a:solidFill>
                  <a:schemeClr val="dk1"/>
                </a:solidFill>
                <a:latin typeface="Calibri"/>
                <a:ea typeface="Calibri"/>
                <a:cs typeface="Calibri"/>
                <a:sym typeface="Calibri"/>
              </a:rPr>
              <a:t>Row 2:</a:t>
            </a:r>
            <a:r>
              <a:rPr lang="en-US" sz="2200" i="1" dirty="0">
                <a:solidFill>
                  <a:schemeClr val="dk1"/>
                </a:solidFill>
                <a:latin typeface="Calibri"/>
                <a:ea typeface="Calibri"/>
                <a:cs typeface="Calibri"/>
                <a:sym typeface="Calibri"/>
              </a:rPr>
              <a:t> f‑Divergences with meteorological filtering; f‑Divergences without meteorological filtering; f‑Divergence change after meteorological filtering. Reference is external RFS </a:t>
            </a:r>
            <a:r>
              <a:rPr lang="en-US" sz="2200" i="1" dirty="0" err="1">
                <a:solidFill>
                  <a:schemeClr val="dk1"/>
                </a:solidFill>
                <a:latin typeface="Calibri"/>
                <a:ea typeface="Calibri"/>
                <a:cs typeface="Calibri"/>
                <a:sym typeface="Calibri"/>
              </a:rPr>
              <a:t>Picarro</a:t>
            </a:r>
            <a:r>
              <a:rPr lang="en-US" sz="2200" i="1" dirty="0">
                <a:solidFill>
                  <a:schemeClr val="dk1"/>
                </a:solidFill>
                <a:latin typeface="Calibri"/>
                <a:ea typeface="Calibri"/>
                <a:cs typeface="Calibri"/>
                <a:sym typeface="Calibri"/>
              </a:rPr>
              <a:t> CO sensor.</a:t>
            </a:r>
          </a:p>
          <a:p>
            <a:pPr marL="0" lvl="0" indent="0" algn="just" rtl="0">
              <a:spcBef>
                <a:spcPts val="0"/>
              </a:spcBef>
              <a:buClr>
                <a:schemeClr val="dk1"/>
              </a:buClr>
              <a:buSzPts val="1100"/>
              <a:buFont typeface="Arial"/>
              <a:buNone/>
            </a:pPr>
            <a:r>
              <a:rPr lang="en-US" sz="2200" i="1" u="sng" dirty="0">
                <a:solidFill>
                  <a:schemeClr val="dk1"/>
                </a:solidFill>
                <a:latin typeface="Calibri"/>
                <a:ea typeface="Calibri"/>
                <a:cs typeface="Calibri"/>
                <a:sym typeface="Calibri"/>
              </a:rPr>
              <a:t>Row 3:</a:t>
            </a:r>
            <a:r>
              <a:rPr lang="en-US" sz="2200" i="1" dirty="0">
                <a:solidFill>
                  <a:schemeClr val="dk1"/>
                </a:solidFill>
                <a:latin typeface="Calibri"/>
                <a:ea typeface="Calibri"/>
                <a:cs typeface="Calibri"/>
                <a:sym typeface="Calibri"/>
              </a:rPr>
              <a:t> Same as Row 2 but with distributions from first 12 operating months of BEACO2N sensor used as reference.</a:t>
            </a:r>
            <a:endParaRPr lang="en-US" sz="2200" i="1" u="sng" dirty="0">
              <a:solidFill>
                <a:schemeClr val="dk1"/>
              </a:solidFill>
              <a:latin typeface="Calibri"/>
              <a:ea typeface="Calibri"/>
              <a:cs typeface="Calibri"/>
              <a:sym typeface="Calibri"/>
            </a:endParaRPr>
          </a:p>
        </p:txBody>
      </p:sp>
      <p:sp>
        <p:nvSpPr>
          <p:cNvPr id="116" name="Google Shape;116;p13"/>
          <p:cNvSpPr/>
          <p:nvPr/>
        </p:nvSpPr>
        <p:spPr>
          <a:xfrm>
            <a:off x="34472675" y="19498625"/>
            <a:ext cx="1176600" cy="420300"/>
          </a:xfrm>
          <a:prstGeom prst="roundRect">
            <a:avLst>
              <a:gd name="adj" fmla="val 16667"/>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13"/>
          <p:cNvSpPr/>
          <p:nvPr/>
        </p:nvSpPr>
        <p:spPr>
          <a:xfrm>
            <a:off x="31146750" y="19202400"/>
            <a:ext cx="438300" cy="3723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 name="Google Shape;90;p13">
            <a:extLst>
              <a:ext uri="{FF2B5EF4-FFF2-40B4-BE49-F238E27FC236}">
                <a16:creationId xmlns:a16="http://schemas.microsoft.com/office/drawing/2014/main" id="{E58271B0-2034-8C80-9FF8-C249ACDB8296}"/>
              </a:ext>
            </a:extLst>
          </p:cNvPr>
          <p:cNvSpPr txBox="1"/>
          <p:nvPr/>
        </p:nvSpPr>
        <p:spPr>
          <a:xfrm>
            <a:off x="15482825" y="5983196"/>
            <a:ext cx="12937500" cy="9144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5200" b="1" dirty="0">
                <a:solidFill>
                  <a:srgbClr val="595959"/>
                </a:solidFill>
                <a:latin typeface="Calibri"/>
                <a:ea typeface="Calibri"/>
                <a:cs typeface="Calibri"/>
                <a:sym typeface="Calibri"/>
              </a:rPr>
              <a:t>METHODS</a:t>
            </a:r>
            <a:endParaRPr sz="5200" b="1" dirty="0">
              <a:solidFill>
                <a:srgbClr val="595959"/>
              </a:solidFill>
              <a:latin typeface="Calibri"/>
              <a:ea typeface="Calibri"/>
              <a:cs typeface="Calibri"/>
              <a:sym typeface="Calibri"/>
            </a:endParaRPr>
          </a:p>
          <a:p>
            <a:pPr marL="0" marR="0" lvl="0" indent="0" algn="l" rtl="0">
              <a:spcBef>
                <a:spcPts val="0"/>
              </a:spcBef>
              <a:spcAft>
                <a:spcPts val="0"/>
              </a:spcAft>
              <a:buNone/>
            </a:pPr>
            <a:endParaRPr sz="5200" b="1" dirty="0">
              <a:solidFill>
                <a:srgbClr val="595959"/>
              </a:solidFill>
            </a:endParaRPr>
          </a:p>
        </p:txBody>
      </p:sp>
      <p:pic>
        <p:nvPicPr>
          <p:cNvPr id="11" name="Picture 10">
            <a:extLst>
              <a:ext uri="{FF2B5EF4-FFF2-40B4-BE49-F238E27FC236}">
                <a16:creationId xmlns:a16="http://schemas.microsoft.com/office/drawing/2014/main" id="{B795B368-0981-C071-13DA-04903BB73FD8}"/>
              </a:ext>
            </a:extLst>
          </p:cNvPr>
          <p:cNvPicPr>
            <a:picLocks noChangeAspect="1"/>
          </p:cNvPicPr>
          <p:nvPr/>
        </p:nvPicPr>
        <p:blipFill>
          <a:blip r:embed="rId7"/>
          <a:stretch>
            <a:fillRect/>
          </a:stretch>
        </p:blipFill>
        <p:spPr>
          <a:xfrm>
            <a:off x="15359419" y="6923645"/>
            <a:ext cx="3862656" cy="4998733"/>
          </a:xfrm>
          <a:prstGeom prst="rect">
            <a:avLst/>
          </a:prstGeom>
        </p:spPr>
      </p:pic>
      <p:pic>
        <p:nvPicPr>
          <p:cNvPr id="13" name="Picture 12">
            <a:extLst>
              <a:ext uri="{FF2B5EF4-FFF2-40B4-BE49-F238E27FC236}">
                <a16:creationId xmlns:a16="http://schemas.microsoft.com/office/drawing/2014/main" id="{1C98311F-0C74-8F77-6E0C-306EF67A9760}"/>
              </a:ext>
            </a:extLst>
          </p:cNvPr>
          <p:cNvPicPr>
            <a:picLocks noChangeAspect="1"/>
          </p:cNvPicPr>
          <p:nvPr/>
        </p:nvPicPr>
        <p:blipFill>
          <a:blip r:embed="rId8"/>
          <a:stretch>
            <a:fillRect/>
          </a:stretch>
        </p:blipFill>
        <p:spPr>
          <a:xfrm>
            <a:off x="19827700" y="6923646"/>
            <a:ext cx="3862656" cy="4998732"/>
          </a:xfrm>
          <a:prstGeom prst="rect">
            <a:avLst/>
          </a:prstGeom>
        </p:spPr>
      </p:pic>
      <p:pic>
        <p:nvPicPr>
          <p:cNvPr id="15" name="Picture 14">
            <a:extLst>
              <a:ext uri="{FF2B5EF4-FFF2-40B4-BE49-F238E27FC236}">
                <a16:creationId xmlns:a16="http://schemas.microsoft.com/office/drawing/2014/main" id="{A11ACDC1-2221-165E-C3F0-DC48640B4FD2}"/>
              </a:ext>
            </a:extLst>
          </p:cNvPr>
          <p:cNvPicPr>
            <a:picLocks noChangeAspect="1"/>
          </p:cNvPicPr>
          <p:nvPr/>
        </p:nvPicPr>
        <p:blipFill>
          <a:blip r:embed="rId9"/>
          <a:stretch>
            <a:fillRect/>
          </a:stretch>
        </p:blipFill>
        <p:spPr>
          <a:xfrm>
            <a:off x="24295981" y="6897596"/>
            <a:ext cx="3862656" cy="4998732"/>
          </a:xfrm>
          <a:prstGeom prst="rect">
            <a:avLst/>
          </a:prstGeom>
        </p:spPr>
      </p:pic>
      <p:pic>
        <p:nvPicPr>
          <p:cNvPr id="17" name="Picture 16">
            <a:extLst>
              <a:ext uri="{FF2B5EF4-FFF2-40B4-BE49-F238E27FC236}">
                <a16:creationId xmlns:a16="http://schemas.microsoft.com/office/drawing/2014/main" id="{97E68A8B-3D3C-2F30-B2B7-F189549F5401}"/>
              </a:ext>
            </a:extLst>
          </p:cNvPr>
          <p:cNvPicPr>
            <a:picLocks noChangeAspect="1"/>
          </p:cNvPicPr>
          <p:nvPr/>
        </p:nvPicPr>
        <p:blipFill>
          <a:blip r:embed="rId10"/>
          <a:stretch>
            <a:fillRect/>
          </a:stretch>
        </p:blipFill>
        <p:spPr>
          <a:xfrm>
            <a:off x="15359419" y="12084295"/>
            <a:ext cx="3864446" cy="2760319"/>
          </a:xfrm>
          <a:prstGeom prst="rect">
            <a:avLst/>
          </a:prstGeom>
        </p:spPr>
      </p:pic>
      <p:pic>
        <p:nvPicPr>
          <p:cNvPr id="19" name="Picture 18">
            <a:extLst>
              <a:ext uri="{FF2B5EF4-FFF2-40B4-BE49-F238E27FC236}">
                <a16:creationId xmlns:a16="http://schemas.microsoft.com/office/drawing/2014/main" id="{D4288210-1772-449E-BDD6-A71E53FA4910}"/>
              </a:ext>
            </a:extLst>
          </p:cNvPr>
          <p:cNvPicPr>
            <a:picLocks noChangeAspect="1"/>
          </p:cNvPicPr>
          <p:nvPr/>
        </p:nvPicPr>
        <p:blipFill>
          <a:blip r:embed="rId11"/>
          <a:stretch>
            <a:fillRect/>
          </a:stretch>
        </p:blipFill>
        <p:spPr>
          <a:xfrm>
            <a:off x="19827700" y="12084292"/>
            <a:ext cx="3864449" cy="2760322"/>
          </a:xfrm>
          <a:prstGeom prst="rect">
            <a:avLst/>
          </a:prstGeom>
        </p:spPr>
      </p:pic>
      <p:pic>
        <p:nvPicPr>
          <p:cNvPr id="21" name="Picture 20">
            <a:extLst>
              <a:ext uri="{FF2B5EF4-FFF2-40B4-BE49-F238E27FC236}">
                <a16:creationId xmlns:a16="http://schemas.microsoft.com/office/drawing/2014/main" id="{694D7E76-AAD1-0B72-1377-9B556C2FF856}"/>
              </a:ext>
            </a:extLst>
          </p:cNvPr>
          <p:cNvPicPr>
            <a:picLocks noChangeAspect="1"/>
          </p:cNvPicPr>
          <p:nvPr/>
        </p:nvPicPr>
        <p:blipFill>
          <a:blip r:embed="rId12"/>
          <a:stretch>
            <a:fillRect/>
          </a:stretch>
        </p:blipFill>
        <p:spPr>
          <a:xfrm>
            <a:off x="24316631" y="12089580"/>
            <a:ext cx="3859911" cy="2757079"/>
          </a:xfrm>
          <a:prstGeom prst="rect">
            <a:avLst/>
          </a:prstGeom>
        </p:spPr>
      </p:pic>
      <p:pic>
        <p:nvPicPr>
          <p:cNvPr id="23" name="Picture 22">
            <a:extLst>
              <a:ext uri="{FF2B5EF4-FFF2-40B4-BE49-F238E27FC236}">
                <a16:creationId xmlns:a16="http://schemas.microsoft.com/office/drawing/2014/main" id="{FDF71582-95C7-83B6-7A67-1FAF473A2826}"/>
              </a:ext>
            </a:extLst>
          </p:cNvPr>
          <p:cNvPicPr>
            <a:picLocks noChangeAspect="1"/>
          </p:cNvPicPr>
          <p:nvPr/>
        </p:nvPicPr>
        <p:blipFill>
          <a:blip r:embed="rId13"/>
          <a:stretch>
            <a:fillRect/>
          </a:stretch>
        </p:blipFill>
        <p:spPr>
          <a:xfrm>
            <a:off x="15359419" y="14985382"/>
            <a:ext cx="3864446" cy="2760319"/>
          </a:xfrm>
          <a:prstGeom prst="rect">
            <a:avLst/>
          </a:prstGeom>
        </p:spPr>
      </p:pic>
      <p:pic>
        <p:nvPicPr>
          <p:cNvPr id="25" name="Picture 24">
            <a:extLst>
              <a:ext uri="{FF2B5EF4-FFF2-40B4-BE49-F238E27FC236}">
                <a16:creationId xmlns:a16="http://schemas.microsoft.com/office/drawing/2014/main" id="{15F1ECCD-9523-A022-FAD1-A0FA289D1832}"/>
              </a:ext>
            </a:extLst>
          </p:cNvPr>
          <p:cNvPicPr>
            <a:picLocks noChangeAspect="1"/>
          </p:cNvPicPr>
          <p:nvPr/>
        </p:nvPicPr>
        <p:blipFill>
          <a:blip r:embed="rId14"/>
          <a:stretch>
            <a:fillRect/>
          </a:stretch>
        </p:blipFill>
        <p:spPr>
          <a:xfrm>
            <a:off x="19827700" y="14986660"/>
            <a:ext cx="3862656" cy="2759041"/>
          </a:xfrm>
          <a:prstGeom prst="rect">
            <a:avLst/>
          </a:prstGeom>
        </p:spPr>
      </p:pic>
      <p:pic>
        <p:nvPicPr>
          <p:cNvPr id="27" name="Picture 26">
            <a:extLst>
              <a:ext uri="{FF2B5EF4-FFF2-40B4-BE49-F238E27FC236}">
                <a16:creationId xmlns:a16="http://schemas.microsoft.com/office/drawing/2014/main" id="{DC5DA7AA-AD6B-9B97-DE5A-C0F3CF5B4F20}"/>
              </a:ext>
            </a:extLst>
          </p:cNvPr>
          <p:cNvPicPr>
            <a:picLocks noChangeAspect="1"/>
          </p:cNvPicPr>
          <p:nvPr/>
        </p:nvPicPr>
        <p:blipFill>
          <a:blip r:embed="rId15"/>
          <a:stretch>
            <a:fillRect/>
          </a:stretch>
        </p:blipFill>
        <p:spPr>
          <a:xfrm>
            <a:off x="24316631" y="14996320"/>
            <a:ext cx="3859911" cy="2757079"/>
          </a:xfrm>
          <a:prstGeom prst="rect">
            <a:avLst/>
          </a:prstGeom>
        </p:spPr>
      </p:pic>
      <p:sp>
        <p:nvSpPr>
          <p:cNvPr id="29" name="Google Shape;98;p13">
            <a:extLst>
              <a:ext uri="{FF2B5EF4-FFF2-40B4-BE49-F238E27FC236}">
                <a16:creationId xmlns:a16="http://schemas.microsoft.com/office/drawing/2014/main" id="{8F99FD98-3DE7-604B-3E8B-A7C5EEA649B5}"/>
              </a:ext>
            </a:extLst>
          </p:cNvPr>
          <p:cNvSpPr txBox="1"/>
          <p:nvPr/>
        </p:nvSpPr>
        <p:spPr>
          <a:xfrm>
            <a:off x="29406650" y="6934486"/>
            <a:ext cx="13570150" cy="16435268"/>
          </a:xfrm>
          <a:prstGeom prst="rect">
            <a:avLst/>
          </a:prstGeom>
          <a:noFill/>
          <a:ln>
            <a:noFill/>
          </a:ln>
        </p:spPr>
        <p:txBody>
          <a:bodyPr spcFirstLastPara="1" wrap="square" lIns="91440" tIns="91440" rIns="91440" bIns="91440" anchor="t" anchorCtr="0">
            <a:spAutoFit/>
          </a:bodyPr>
          <a:lstStyle/>
          <a:p>
            <a:pPr marL="0" lvl="0" indent="0" algn="just" rtl="0">
              <a:spcBef>
                <a:spcPts val="0"/>
              </a:spcBef>
              <a:spcAft>
                <a:spcPts val="0"/>
              </a:spcAft>
              <a:buClr>
                <a:schemeClr val="dk1"/>
              </a:buClr>
              <a:buSzPts val="1100"/>
              <a:buFont typeface="Arial"/>
              <a:buNone/>
            </a:pPr>
            <a:r>
              <a:rPr lang="en-US" sz="3300" dirty="0">
                <a:latin typeface="Calibri"/>
                <a:ea typeface="Calibri"/>
                <a:cs typeface="Calibri"/>
                <a:sym typeface="Calibri"/>
              </a:rPr>
              <a:t>Across the Breathe Providence network, we find that CO sensors do not exhibit significant trends in divergence from external or internal reference distributions with or without meteorological filtering; standard deviation of the measurement distribution exhibits seasonal variation but does not exhibit long term trends for any CO sensors in the network. This finding does not necessarily assert the reliability of our sensors, but merely indicates that no significant drift was detected in the network. </a:t>
            </a:r>
          </a:p>
          <a:p>
            <a:pPr marL="0" lvl="0" indent="0" algn="just" rtl="0">
              <a:spcBef>
                <a:spcPts val="0"/>
              </a:spcBef>
              <a:spcAft>
                <a:spcPts val="0"/>
              </a:spcAft>
              <a:buClr>
                <a:schemeClr val="dk1"/>
              </a:buClr>
              <a:buSzPts val="1100"/>
              <a:buFont typeface="Arial"/>
              <a:buNone/>
            </a:pPr>
            <a:endParaRPr lang="en-US" sz="3300" dirty="0">
              <a:latin typeface="Calibri"/>
              <a:ea typeface="Calibri"/>
              <a:cs typeface="Calibri"/>
              <a:sym typeface="Calibri"/>
            </a:endParaRPr>
          </a:p>
          <a:p>
            <a:pPr lvl="0" algn="just">
              <a:buClr>
                <a:schemeClr val="dk1"/>
              </a:buClr>
              <a:buSzPts val="1100"/>
            </a:pPr>
            <a:r>
              <a:rPr lang="en-US" sz="3300" dirty="0">
                <a:latin typeface="Calibri"/>
                <a:ea typeface="Calibri"/>
                <a:cs typeface="Calibri"/>
                <a:sym typeface="Calibri"/>
              </a:rPr>
              <a:t>Furthermore, we find that meteorological filtering tends to increase distribution divergence for CO sensors in the Breathe Providence network as time since deployment increases. Of the [X] CO sensors examined, [X] exhibited a noticeable increase in KL divergence after meteorological filtering; this trend was exhibited both when external data and internal first-year data was used as reference. KL divergence has a standard interpretation as the information lost by using a measurement distribution to approximate a reference distribution, therefore an increase in KL divergence after meteorological filtering indicates that low-cost CO sensors lose information that is captured by reference when observations during strenuous meteorological conditions are omitted. </a:t>
            </a:r>
          </a:p>
          <a:p>
            <a:pPr lvl="0" algn="just">
              <a:buClr>
                <a:schemeClr val="dk1"/>
              </a:buClr>
              <a:buSzPts val="1100"/>
            </a:pPr>
            <a:endParaRPr lang="en-US" sz="3300" dirty="0">
              <a:latin typeface="Calibri"/>
              <a:ea typeface="Calibri"/>
              <a:cs typeface="Calibri"/>
              <a:sym typeface="Calibri"/>
            </a:endParaRPr>
          </a:p>
          <a:p>
            <a:pPr lvl="0" algn="just">
              <a:buClr>
                <a:schemeClr val="dk1"/>
              </a:buClr>
              <a:buSzPts val="1100"/>
            </a:pPr>
            <a:r>
              <a:rPr lang="en-US" sz="3300" dirty="0">
                <a:latin typeface="Calibri"/>
                <a:ea typeface="Calibri"/>
                <a:cs typeface="Calibri"/>
                <a:sym typeface="Calibri"/>
              </a:rPr>
              <a:t>This finding indicates that more study is needed regarding how low-cost sensor observations at strenuous meteorological conditions are processed. To the author’s knowledge, no reliability or calibration studies of low-cost gas sensors in air quality monitoring applications specifically examine data recorded at high temperature or relative humidity values. Existing literature characterizes low-cost gas sensors as unreliable at these meteorological conditions, however this characterization is solely determined by examining correlation with reference instruments. Though low-cost gas sensors may not correlate one-to-one with reference-grade instruments at these meteorological conditions, this study suggests that these observations still carry information about the distribution of air quality during a given time period.</a:t>
            </a:r>
          </a:p>
        </p:txBody>
      </p:sp>
      <p:pic>
        <p:nvPicPr>
          <p:cNvPr id="1026" name="Picture 2">
            <a:extLst>
              <a:ext uri="{FF2B5EF4-FFF2-40B4-BE49-F238E27FC236}">
                <a16:creationId xmlns:a16="http://schemas.microsoft.com/office/drawing/2014/main" id="{EE99D696-C03A-5522-1532-5CB4DDEF8B63}"/>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914400" y="21835937"/>
            <a:ext cx="3186980" cy="4249306"/>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C0BD43A3-9D7E-E7B7-043A-4B4BC35C7C6E}"/>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398574" y="21835937"/>
            <a:ext cx="6373960" cy="4249306"/>
          </a:xfrm>
          <a:prstGeom prst="rect">
            <a:avLst/>
          </a:prstGeom>
          <a:noFill/>
          <a:extLst>
            <a:ext uri="{909E8E84-426E-40DD-AFC4-6F175D3DCCD1}">
              <a14:hiddenFill xmlns:a14="http://schemas.microsoft.com/office/drawing/2010/main">
                <a:solidFill>
                  <a:srgbClr val="FFFFFF"/>
                </a:solidFill>
              </a14:hiddenFill>
            </a:ext>
          </a:extLst>
        </p:spPr>
      </p:pic>
      <p:cxnSp>
        <p:nvCxnSpPr>
          <p:cNvPr id="4" name="Straight Arrow Connector 3">
            <a:extLst>
              <a:ext uri="{FF2B5EF4-FFF2-40B4-BE49-F238E27FC236}">
                <a16:creationId xmlns:a16="http://schemas.microsoft.com/office/drawing/2014/main" id="{0A482EF9-04F6-33F8-C4AD-4626F87FBC41}"/>
              </a:ext>
            </a:extLst>
          </p:cNvPr>
          <p:cNvCxnSpPr>
            <a:cxnSpLocks/>
            <a:stCxn id="5" idx="2"/>
          </p:cNvCxnSpPr>
          <p:nvPr/>
        </p:nvCxnSpPr>
        <p:spPr>
          <a:xfrm flipH="1">
            <a:off x="5974387" y="22737482"/>
            <a:ext cx="137513" cy="632272"/>
          </a:xfrm>
          <a:prstGeom prst="straightConnector1">
            <a:avLst/>
          </a:prstGeom>
          <a:ln w="76200">
            <a:solidFill>
              <a:srgbClr val="FF0000"/>
            </a:solidFill>
            <a:tailEnd type="triangle"/>
          </a:ln>
        </p:spPr>
        <p:style>
          <a:lnRef idx="1">
            <a:schemeClr val="accent2"/>
          </a:lnRef>
          <a:fillRef idx="0">
            <a:schemeClr val="accent2"/>
          </a:fillRef>
          <a:effectRef idx="0">
            <a:schemeClr val="accent2"/>
          </a:effectRef>
          <a:fontRef idx="minor">
            <a:schemeClr val="tx1"/>
          </a:fontRef>
        </p:style>
      </p:cxnSp>
      <p:sp>
        <p:nvSpPr>
          <p:cNvPr id="5" name="TextBox 4">
            <a:extLst>
              <a:ext uri="{FF2B5EF4-FFF2-40B4-BE49-F238E27FC236}">
                <a16:creationId xmlns:a16="http://schemas.microsoft.com/office/drawing/2014/main" id="{71797B7C-1197-CE60-7412-85F0B73BB3AB}"/>
              </a:ext>
            </a:extLst>
          </p:cNvPr>
          <p:cNvSpPr txBox="1"/>
          <p:nvPr/>
        </p:nvSpPr>
        <p:spPr>
          <a:xfrm>
            <a:off x="4937150" y="22368150"/>
            <a:ext cx="2349500" cy="369332"/>
          </a:xfrm>
          <a:prstGeom prst="rect">
            <a:avLst/>
          </a:prstGeom>
          <a:noFill/>
        </p:spPr>
        <p:txBody>
          <a:bodyPr wrap="square" rtlCol="0">
            <a:spAutoFit/>
          </a:bodyPr>
          <a:lstStyle/>
          <a:p>
            <a:pPr algn="ctr"/>
            <a:r>
              <a:rPr lang="en-US" sz="1800" b="1" dirty="0" err="1">
                <a:solidFill>
                  <a:srgbClr val="FF0000"/>
                </a:solidFill>
              </a:rPr>
              <a:t>Alphasense</a:t>
            </a:r>
            <a:r>
              <a:rPr lang="en-US" sz="1800" b="1" dirty="0">
                <a:solidFill>
                  <a:srgbClr val="FF0000"/>
                </a:solidFill>
              </a:rPr>
              <a:t> CO-B4</a:t>
            </a:r>
          </a:p>
        </p:txBody>
      </p:sp>
      <mc:AlternateContent xmlns:mc="http://schemas.openxmlformats.org/markup-compatibility/2006">
        <mc:Choice xmlns:a14="http://schemas.microsoft.com/office/drawing/2010/main" Requires="a14">
          <p:sp>
            <p:nvSpPr>
              <p:cNvPr id="12" name="Google Shape;114;p13">
                <a:extLst>
                  <a:ext uri="{FF2B5EF4-FFF2-40B4-BE49-F238E27FC236}">
                    <a16:creationId xmlns:a16="http://schemas.microsoft.com/office/drawing/2014/main" id="{095D687F-0A8D-57CF-4131-DA14DFAAF0AD}"/>
                  </a:ext>
                </a:extLst>
              </p:cNvPr>
              <p:cNvSpPr txBox="1"/>
              <p:nvPr/>
            </p:nvSpPr>
            <p:spPr>
              <a:xfrm>
                <a:off x="11069728" y="21835937"/>
                <a:ext cx="3486063" cy="3570178"/>
              </a:xfrm>
              <a:prstGeom prst="rect">
                <a:avLst/>
              </a:prstGeom>
              <a:noFill/>
              <a:ln>
                <a:noFill/>
              </a:ln>
            </p:spPr>
            <p:txBody>
              <a:bodyPr spcFirstLastPara="1" wrap="square" lIns="91425" tIns="91425" rIns="91425" bIns="91425" anchor="t" anchorCtr="0">
                <a:spAutoFit/>
              </a:bodyPr>
              <a:lstStyle/>
              <a:p>
                <a:pPr marL="0" lvl="0" indent="0" rtl="0">
                  <a:spcBef>
                    <a:spcPts val="0"/>
                  </a:spcBef>
                  <a:buClr>
                    <a:schemeClr val="dk1"/>
                  </a:buClr>
                  <a:buSzPts val="1100"/>
                  <a:buFont typeface="Arial"/>
                  <a:buNone/>
                </a:pPr>
                <a:r>
                  <a:rPr lang="en-US" sz="2200" i="1" u="sng" dirty="0">
                    <a:solidFill>
                      <a:schemeClr val="dk1"/>
                    </a:solidFill>
                    <a:latin typeface="Calibri"/>
                    <a:ea typeface="Calibri"/>
                    <a:cs typeface="Calibri"/>
                    <a:sym typeface="Calibri"/>
                  </a:rPr>
                  <a:t>Left:</a:t>
                </a:r>
                <a:r>
                  <a:rPr lang="en-US" sz="2200" i="1" dirty="0">
                    <a:solidFill>
                      <a:schemeClr val="dk1"/>
                    </a:solidFill>
                    <a:latin typeface="Calibri"/>
                    <a:ea typeface="Calibri"/>
                    <a:cs typeface="Calibri"/>
                    <a:sym typeface="Calibri"/>
                  </a:rPr>
                  <a:t> A deployed Berkeley Environmental Air-quality and </a:t>
                </a:r>
                <a14:m>
                  <m:oMath xmlns:m="http://schemas.openxmlformats.org/officeDocument/2006/math">
                    <m:sSub>
                      <m:sSubPr>
                        <m:ctrlPr>
                          <a:rPr lang="en-US" sz="2200" b="0" i="1" smtClean="0">
                            <a:solidFill>
                              <a:schemeClr val="dk1"/>
                            </a:solidFill>
                            <a:latin typeface="Cambria Math" panose="02040503050406030204" pitchFamily="18" charset="0"/>
                            <a:ea typeface="Calibri"/>
                            <a:cs typeface="Calibri"/>
                            <a:sym typeface="Calibri"/>
                          </a:rPr>
                        </m:ctrlPr>
                      </m:sSubPr>
                      <m:e>
                        <m:r>
                          <m:rPr>
                            <m:nor/>
                          </m:rPr>
                          <a:rPr lang="en-US" sz="2200" b="0" i="0" smtClean="0">
                            <a:solidFill>
                              <a:schemeClr val="dk1"/>
                            </a:solidFill>
                            <a:latin typeface="Cambria Math" panose="02040503050406030204" pitchFamily="18" charset="0"/>
                            <a:ea typeface="Calibri"/>
                            <a:cs typeface="Calibri"/>
                            <a:sym typeface="Calibri"/>
                          </a:rPr>
                          <m:t>CO</m:t>
                        </m:r>
                      </m:e>
                      <m:sub>
                        <m:r>
                          <a:rPr lang="en-US" sz="2200" b="0" i="1" smtClean="0">
                            <a:solidFill>
                              <a:schemeClr val="dk1"/>
                            </a:solidFill>
                            <a:latin typeface="Cambria Math" panose="02040503050406030204" pitchFamily="18" charset="0"/>
                            <a:ea typeface="Calibri"/>
                            <a:cs typeface="Calibri"/>
                            <a:sym typeface="Calibri"/>
                          </a:rPr>
                          <m:t>2</m:t>
                        </m:r>
                      </m:sub>
                    </m:sSub>
                  </m:oMath>
                </a14:m>
                <a:r>
                  <a:rPr lang="en-US" sz="2200" i="1" dirty="0">
                    <a:solidFill>
                      <a:schemeClr val="dk1"/>
                    </a:solidFill>
                    <a:latin typeface="Calibri"/>
                    <a:ea typeface="Calibri"/>
                    <a:cs typeface="Calibri"/>
                    <a:sym typeface="Calibri"/>
                  </a:rPr>
                  <a:t> Network (BEACO2N) sensor in the Breathe Providence Network.</a:t>
                </a:r>
              </a:p>
              <a:p>
                <a:pPr marL="0" lvl="0" indent="0" rtl="0">
                  <a:spcBef>
                    <a:spcPts val="0"/>
                  </a:spcBef>
                  <a:buClr>
                    <a:schemeClr val="dk1"/>
                  </a:buClr>
                  <a:buSzPts val="1100"/>
                  <a:buFont typeface="Arial"/>
                  <a:buNone/>
                </a:pPr>
                <a:endParaRPr lang="en-US" sz="2200" i="1" dirty="0">
                  <a:solidFill>
                    <a:schemeClr val="dk1"/>
                  </a:solidFill>
                  <a:latin typeface="Calibri"/>
                  <a:ea typeface="Calibri"/>
                  <a:cs typeface="Calibri"/>
                  <a:sym typeface="Calibri"/>
                </a:endParaRPr>
              </a:p>
              <a:p>
                <a:pPr marL="0" lvl="0" indent="0" rtl="0">
                  <a:spcBef>
                    <a:spcPts val="0"/>
                  </a:spcBef>
                  <a:buClr>
                    <a:schemeClr val="dk1"/>
                  </a:buClr>
                  <a:buSzPts val="1100"/>
                  <a:buFont typeface="Arial"/>
                  <a:buNone/>
                </a:pPr>
                <a:r>
                  <a:rPr lang="en-US" sz="2200" i="1" u="sng" dirty="0">
                    <a:solidFill>
                      <a:schemeClr val="dk1"/>
                    </a:solidFill>
                    <a:latin typeface="Calibri"/>
                    <a:ea typeface="Calibri"/>
                    <a:cs typeface="Calibri"/>
                    <a:sym typeface="Calibri"/>
                  </a:rPr>
                  <a:t>Right:</a:t>
                </a:r>
                <a:r>
                  <a:rPr lang="en-US" sz="2200" i="1" dirty="0">
                    <a:solidFill>
                      <a:schemeClr val="dk1"/>
                    </a:solidFill>
                    <a:latin typeface="Calibri"/>
                    <a:ea typeface="Calibri"/>
                    <a:cs typeface="Calibri"/>
                    <a:sym typeface="Calibri"/>
                  </a:rPr>
                  <a:t> Internal components of a BEACO2N sensor, with the </a:t>
                </a:r>
                <a:r>
                  <a:rPr lang="en-US" sz="2200" i="1" dirty="0" err="1">
                    <a:solidFill>
                      <a:schemeClr val="dk1"/>
                    </a:solidFill>
                    <a:latin typeface="Calibri"/>
                    <a:ea typeface="Calibri"/>
                    <a:cs typeface="Calibri"/>
                    <a:sym typeface="Calibri"/>
                  </a:rPr>
                  <a:t>Alphasense</a:t>
                </a:r>
                <a:r>
                  <a:rPr lang="en-US" sz="2200" i="1" dirty="0">
                    <a:solidFill>
                      <a:schemeClr val="dk1"/>
                    </a:solidFill>
                    <a:latin typeface="Calibri"/>
                    <a:ea typeface="Calibri"/>
                    <a:cs typeface="Calibri"/>
                    <a:sym typeface="Calibri"/>
                  </a:rPr>
                  <a:t> CO-B4 sensor emphasized.</a:t>
                </a:r>
                <a:endParaRPr lang="en-US" sz="2200" i="1" u="sng" dirty="0">
                  <a:solidFill>
                    <a:schemeClr val="dk1"/>
                  </a:solidFill>
                  <a:latin typeface="Calibri"/>
                  <a:ea typeface="Calibri"/>
                  <a:cs typeface="Calibri"/>
                  <a:sym typeface="Calibri"/>
                </a:endParaRPr>
              </a:p>
            </p:txBody>
          </p:sp>
        </mc:Choice>
        <mc:Fallback>
          <p:sp>
            <p:nvSpPr>
              <p:cNvPr id="12" name="Google Shape;114;p13">
                <a:extLst>
                  <a:ext uri="{FF2B5EF4-FFF2-40B4-BE49-F238E27FC236}">
                    <a16:creationId xmlns:a16="http://schemas.microsoft.com/office/drawing/2014/main" id="{095D687F-0A8D-57CF-4131-DA14DFAAF0AD}"/>
                  </a:ext>
                </a:extLst>
              </p:cNvPr>
              <p:cNvSpPr txBox="1">
                <a:spLocks noRot="1" noChangeAspect="1" noMove="1" noResize="1" noEditPoints="1" noAdjustHandles="1" noChangeArrowheads="1" noChangeShapeType="1" noTextEdit="1"/>
              </p:cNvSpPr>
              <p:nvPr/>
            </p:nvSpPr>
            <p:spPr>
              <a:xfrm>
                <a:off x="11069728" y="21835937"/>
                <a:ext cx="3486063" cy="3570178"/>
              </a:xfrm>
              <a:prstGeom prst="rect">
                <a:avLst/>
              </a:prstGeom>
              <a:blipFill>
                <a:blip r:embed="rId18"/>
                <a:stretch>
                  <a:fillRect l="-2273" r="-3322" b="-1195"/>
                </a:stretch>
              </a:blipFill>
              <a:ln>
                <a:noFill/>
              </a:ln>
            </p:spPr>
            <p:txBody>
              <a:bodyPr/>
              <a:lstStyle/>
              <a:p>
                <a:r>
                  <a:rPr lang="en-US">
                    <a:noFill/>
                  </a:rPr>
                  <a:t> </a:t>
                </a:r>
              </a:p>
            </p:txBody>
          </p:sp>
        </mc:Fallback>
      </mc:AlternateContent>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394</TotalTime>
  <Words>1153</Words>
  <Application>Microsoft Office PowerPoint</Application>
  <PresentationFormat>Custom</PresentationFormat>
  <Paragraphs>34</Paragraphs>
  <Slides>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Calibri</vt:lpstr>
      <vt:lpstr>Cambria Math</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Woodilla, Mike</dc:creator>
  <cp:lastModifiedBy>Woodilla, Mike</cp:lastModifiedBy>
  <cp:revision>6</cp:revision>
  <dcterms:modified xsi:type="dcterms:W3CDTF">2025-07-30T14:50:25Z</dcterms:modified>
</cp:coreProperties>
</file>