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
  </p:notesMasterIdLst>
  <p:sldIdLst>
    <p:sldId id="256" r:id="rId2"/>
  </p:sldIdLst>
  <p:sldSz cx="43891200" cy="329184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1860" y="-1968"/>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3a43dcad26_1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g23a43dcad26_1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3"/>
          <p:cNvSpPr txBox="1">
            <a:spLocks noGrp="1"/>
          </p:cNvSpPr>
          <p:nvPr>
            <p:ph type="ctrTitle"/>
          </p:nvPr>
        </p:nvSpPr>
        <p:spPr>
          <a:xfrm>
            <a:off x="3291840" y="10226042"/>
            <a:ext cx="37307520" cy="7056120"/>
          </a:xfrm>
          <a:prstGeom prst="rect">
            <a:avLst/>
          </a:prstGeom>
          <a:noFill/>
          <a:ln>
            <a:noFill/>
          </a:ln>
        </p:spPr>
        <p:txBody>
          <a:bodyPr spcFirstLastPara="1" wrap="square" lIns="438900" tIns="219450" rIns="438900" bIns="2194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subTitle" idx="1"/>
          </p:nvPr>
        </p:nvSpPr>
        <p:spPr>
          <a:xfrm>
            <a:off x="6583680" y="18653760"/>
            <a:ext cx="30723840" cy="8412480"/>
          </a:xfrm>
          <a:prstGeom prst="rect">
            <a:avLst/>
          </a:prstGeom>
          <a:noFill/>
          <a:ln>
            <a:noFill/>
          </a:ln>
        </p:spPr>
        <p:txBody>
          <a:bodyPr spcFirstLastPara="1" wrap="square" lIns="438900" tIns="219450" rIns="438900" bIns="219450" anchor="t" anchorCtr="0">
            <a:normAutofit/>
          </a:bodyPr>
          <a:lstStyle>
            <a:lvl1pPr lvl="0" algn="ctr">
              <a:spcBef>
                <a:spcPts val="3080"/>
              </a:spcBef>
              <a:spcAft>
                <a:spcPts val="0"/>
              </a:spcAft>
              <a:buClr>
                <a:srgbClr val="888888"/>
              </a:buClr>
              <a:buSzPts val="15400"/>
              <a:buNone/>
              <a:defRPr>
                <a:solidFill>
                  <a:srgbClr val="888888"/>
                </a:solidFill>
              </a:defRPr>
            </a:lvl1pPr>
            <a:lvl2pPr lvl="1" algn="ctr">
              <a:spcBef>
                <a:spcPts val="2680"/>
              </a:spcBef>
              <a:spcAft>
                <a:spcPts val="0"/>
              </a:spcAft>
              <a:buClr>
                <a:srgbClr val="888888"/>
              </a:buClr>
              <a:buSzPts val="13400"/>
              <a:buNone/>
              <a:defRPr>
                <a:solidFill>
                  <a:srgbClr val="888888"/>
                </a:solidFill>
              </a:defRPr>
            </a:lvl2pPr>
            <a:lvl3pPr lvl="2" algn="ctr">
              <a:spcBef>
                <a:spcPts val="2300"/>
              </a:spcBef>
              <a:spcAft>
                <a:spcPts val="0"/>
              </a:spcAft>
              <a:buClr>
                <a:srgbClr val="888888"/>
              </a:buClr>
              <a:buSzPts val="11500"/>
              <a:buNone/>
              <a:defRPr>
                <a:solidFill>
                  <a:srgbClr val="888888"/>
                </a:solidFill>
              </a:defRPr>
            </a:lvl3pPr>
            <a:lvl4pPr lvl="3" algn="ctr">
              <a:spcBef>
                <a:spcPts val="1920"/>
              </a:spcBef>
              <a:spcAft>
                <a:spcPts val="0"/>
              </a:spcAft>
              <a:buClr>
                <a:srgbClr val="888888"/>
              </a:buClr>
              <a:buSzPts val="9600"/>
              <a:buNone/>
              <a:defRPr>
                <a:solidFill>
                  <a:srgbClr val="888888"/>
                </a:solidFill>
              </a:defRPr>
            </a:lvl4pPr>
            <a:lvl5pPr lvl="4" algn="ctr">
              <a:spcBef>
                <a:spcPts val="1920"/>
              </a:spcBef>
              <a:spcAft>
                <a:spcPts val="0"/>
              </a:spcAft>
              <a:buClr>
                <a:srgbClr val="888888"/>
              </a:buClr>
              <a:buSzPts val="9600"/>
              <a:buNone/>
              <a:defRPr>
                <a:solidFill>
                  <a:srgbClr val="888888"/>
                </a:solidFill>
              </a:defRPr>
            </a:lvl5pPr>
            <a:lvl6pPr lvl="5" algn="ctr">
              <a:spcBef>
                <a:spcPts val="1920"/>
              </a:spcBef>
              <a:spcAft>
                <a:spcPts val="0"/>
              </a:spcAft>
              <a:buClr>
                <a:srgbClr val="888888"/>
              </a:buClr>
              <a:buSzPts val="9600"/>
              <a:buNone/>
              <a:defRPr>
                <a:solidFill>
                  <a:srgbClr val="888888"/>
                </a:solidFill>
              </a:defRPr>
            </a:lvl6pPr>
            <a:lvl7pPr lvl="6" algn="ctr">
              <a:spcBef>
                <a:spcPts val="1920"/>
              </a:spcBef>
              <a:spcAft>
                <a:spcPts val="0"/>
              </a:spcAft>
              <a:buClr>
                <a:srgbClr val="888888"/>
              </a:buClr>
              <a:buSzPts val="9600"/>
              <a:buNone/>
              <a:defRPr>
                <a:solidFill>
                  <a:srgbClr val="888888"/>
                </a:solidFill>
              </a:defRPr>
            </a:lvl7pPr>
            <a:lvl8pPr lvl="7" algn="ctr">
              <a:spcBef>
                <a:spcPts val="1920"/>
              </a:spcBef>
              <a:spcAft>
                <a:spcPts val="0"/>
              </a:spcAft>
              <a:buClr>
                <a:srgbClr val="888888"/>
              </a:buClr>
              <a:buSzPts val="9600"/>
              <a:buNone/>
              <a:defRPr>
                <a:solidFill>
                  <a:srgbClr val="888888"/>
                </a:solidFill>
              </a:defRPr>
            </a:lvl8pPr>
            <a:lvl9pPr lvl="8" algn="ctr">
              <a:spcBef>
                <a:spcPts val="1920"/>
              </a:spcBef>
              <a:spcAft>
                <a:spcPts val="0"/>
              </a:spcAft>
              <a:buClr>
                <a:srgbClr val="888888"/>
              </a:buClr>
              <a:buSzPts val="9600"/>
              <a:buNone/>
              <a:defRPr>
                <a:solidFill>
                  <a:srgbClr val="888888"/>
                </a:solidFill>
              </a:defRPr>
            </a:lvl9pPr>
          </a:lstStyle>
          <a:p>
            <a:endParaRPr/>
          </a:p>
        </p:txBody>
      </p:sp>
      <p:sp>
        <p:nvSpPr>
          <p:cNvPr id="22" name="Google Shape;22;p3"/>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2194560" y="1318262"/>
            <a:ext cx="39502080" cy="5486400"/>
          </a:xfrm>
          <a:prstGeom prst="rect">
            <a:avLst/>
          </a:prstGeom>
          <a:noFill/>
          <a:ln>
            <a:noFill/>
          </a:ln>
        </p:spPr>
        <p:txBody>
          <a:bodyPr spcFirstLastPara="1" wrap="square" lIns="438900" tIns="219450" rIns="438900" bIns="2194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2194560" y="7680963"/>
            <a:ext cx="39502080" cy="21724622"/>
          </a:xfrm>
          <a:prstGeom prst="rect">
            <a:avLst/>
          </a:prstGeom>
          <a:noFill/>
          <a:ln>
            <a:noFill/>
          </a:ln>
        </p:spPr>
        <p:txBody>
          <a:bodyPr spcFirstLastPara="1" wrap="square" lIns="438900" tIns="219450" rIns="438900" bIns="21945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8" name="Google Shape;28;p4"/>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3467102" y="21153122"/>
            <a:ext cx="37307520" cy="6537960"/>
          </a:xfrm>
          <a:prstGeom prst="rect">
            <a:avLst/>
          </a:prstGeom>
          <a:noFill/>
          <a:ln>
            <a:noFill/>
          </a:ln>
        </p:spPr>
        <p:txBody>
          <a:bodyPr spcFirstLastPara="1" wrap="square" lIns="438900" tIns="219450" rIns="438900" bIns="219450" anchor="t" anchorCtr="0">
            <a:normAutofit/>
          </a:bodyPr>
          <a:lstStyle>
            <a:lvl1pPr lvl="0" algn="l">
              <a:spcBef>
                <a:spcPts val="0"/>
              </a:spcBef>
              <a:spcAft>
                <a:spcPts val="0"/>
              </a:spcAft>
              <a:buClr>
                <a:schemeClr val="dk1"/>
              </a:buClr>
              <a:buSzPts val="19200"/>
              <a:buFont typeface="Calibri"/>
              <a:buNone/>
              <a:defRPr sz="19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3467102" y="13952225"/>
            <a:ext cx="37307520" cy="7200898"/>
          </a:xfrm>
          <a:prstGeom prst="rect">
            <a:avLst/>
          </a:prstGeom>
          <a:noFill/>
          <a:ln>
            <a:noFill/>
          </a:ln>
        </p:spPr>
        <p:txBody>
          <a:bodyPr spcFirstLastPara="1" wrap="square" lIns="438900" tIns="219450" rIns="438900" bIns="219450" anchor="b" anchorCtr="0">
            <a:normAutofit/>
          </a:bodyPr>
          <a:lstStyle>
            <a:lvl1pPr marL="457200" lvl="0" indent="-228600" algn="l">
              <a:spcBef>
                <a:spcPts val="1920"/>
              </a:spcBef>
              <a:spcAft>
                <a:spcPts val="0"/>
              </a:spcAft>
              <a:buClr>
                <a:srgbClr val="888888"/>
              </a:buClr>
              <a:buSzPts val="9600"/>
              <a:buNone/>
              <a:defRPr sz="9600">
                <a:solidFill>
                  <a:srgbClr val="888888"/>
                </a:solidFill>
              </a:defRPr>
            </a:lvl1pPr>
            <a:lvl2pPr marL="914400" lvl="1" indent="-228600" algn="l">
              <a:spcBef>
                <a:spcPts val="1720"/>
              </a:spcBef>
              <a:spcAft>
                <a:spcPts val="0"/>
              </a:spcAft>
              <a:buClr>
                <a:srgbClr val="888888"/>
              </a:buClr>
              <a:buSzPts val="8600"/>
              <a:buNone/>
              <a:defRPr sz="8600">
                <a:solidFill>
                  <a:srgbClr val="888888"/>
                </a:solidFill>
              </a:defRPr>
            </a:lvl2pPr>
            <a:lvl3pPr marL="1371600" lvl="2" indent="-228600" algn="l">
              <a:spcBef>
                <a:spcPts val="1540"/>
              </a:spcBef>
              <a:spcAft>
                <a:spcPts val="0"/>
              </a:spcAft>
              <a:buClr>
                <a:srgbClr val="888888"/>
              </a:buClr>
              <a:buSzPts val="7700"/>
              <a:buNone/>
              <a:defRPr sz="7700">
                <a:solidFill>
                  <a:srgbClr val="888888"/>
                </a:solidFill>
              </a:defRPr>
            </a:lvl3pPr>
            <a:lvl4pPr marL="1828800" lvl="3" indent="-228600" algn="l">
              <a:spcBef>
                <a:spcPts val="1340"/>
              </a:spcBef>
              <a:spcAft>
                <a:spcPts val="0"/>
              </a:spcAft>
              <a:buClr>
                <a:srgbClr val="888888"/>
              </a:buClr>
              <a:buSzPts val="6700"/>
              <a:buNone/>
              <a:defRPr sz="6700">
                <a:solidFill>
                  <a:srgbClr val="888888"/>
                </a:solidFill>
              </a:defRPr>
            </a:lvl4pPr>
            <a:lvl5pPr marL="2286000" lvl="4" indent="-228600" algn="l">
              <a:spcBef>
                <a:spcPts val="1340"/>
              </a:spcBef>
              <a:spcAft>
                <a:spcPts val="0"/>
              </a:spcAft>
              <a:buClr>
                <a:srgbClr val="888888"/>
              </a:buClr>
              <a:buSzPts val="6700"/>
              <a:buNone/>
              <a:defRPr sz="6700">
                <a:solidFill>
                  <a:srgbClr val="888888"/>
                </a:solidFill>
              </a:defRPr>
            </a:lvl5pPr>
            <a:lvl6pPr marL="2743200" lvl="5" indent="-228600" algn="l">
              <a:spcBef>
                <a:spcPts val="1340"/>
              </a:spcBef>
              <a:spcAft>
                <a:spcPts val="0"/>
              </a:spcAft>
              <a:buClr>
                <a:srgbClr val="888888"/>
              </a:buClr>
              <a:buSzPts val="6700"/>
              <a:buNone/>
              <a:defRPr sz="6700">
                <a:solidFill>
                  <a:srgbClr val="888888"/>
                </a:solidFill>
              </a:defRPr>
            </a:lvl6pPr>
            <a:lvl7pPr marL="3200400" lvl="6" indent="-228600" algn="l">
              <a:spcBef>
                <a:spcPts val="1340"/>
              </a:spcBef>
              <a:spcAft>
                <a:spcPts val="0"/>
              </a:spcAft>
              <a:buClr>
                <a:srgbClr val="888888"/>
              </a:buClr>
              <a:buSzPts val="6700"/>
              <a:buNone/>
              <a:defRPr sz="6700">
                <a:solidFill>
                  <a:srgbClr val="888888"/>
                </a:solidFill>
              </a:defRPr>
            </a:lvl7pPr>
            <a:lvl8pPr marL="3657600" lvl="7" indent="-228600" algn="l">
              <a:spcBef>
                <a:spcPts val="1340"/>
              </a:spcBef>
              <a:spcAft>
                <a:spcPts val="0"/>
              </a:spcAft>
              <a:buClr>
                <a:srgbClr val="888888"/>
              </a:buClr>
              <a:buSzPts val="6700"/>
              <a:buNone/>
              <a:defRPr sz="6700">
                <a:solidFill>
                  <a:srgbClr val="888888"/>
                </a:solidFill>
              </a:defRPr>
            </a:lvl8pPr>
            <a:lvl9pPr marL="4114800" lvl="8" indent="-228600" algn="l">
              <a:spcBef>
                <a:spcPts val="1340"/>
              </a:spcBef>
              <a:spcAft>
                <a:spcPts val="0"/>
              </a:spcAft>
              <a:buClr>
                <a:srgbClr val="888888"/>
              </a:buClr>
              <a:buSzPts val="6700"/>
              <a:buNone/>
              <a:defRPr sz="6700">
                <a:solidFill>
                  <a:srgbClr val="888888"/>
                </a:solidFill>
              </a:defRPr>
            </a:lvl9pPr>
          </a:lstStyle>
          <a:p>
            <a:endParaRPr/>
          </a:p>
        </p:txBody>
      </p:sp>
      <p:sp>
        <p:nvSpPr>
          <p:cNvPr id="34" name="Google Shape;34;p5"/>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2194560" y="1318262"/>
            <a:ext cx="39502080" cy="5486400"/>
          </a:xfrm>
          <a:prstGeom prst="rect">
            <a:avLst/>
          </a:prstGeom>
          <a:noFill/>
          <a:ln>
            <a:noFill/>
          </a:ln>
        </p:spPr>
        <p:txBody>
          <a:bodyPr spcFirstLastPara="1" wrap="square" lIns="438900" tIns="219450" rIns="438900" bIns="2194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body" idx="1"/>
          </p:nvPr>
        </p:nvSpPr>
        <p:spPr>
          <a:xfrm>
            <a:off x="2194560" y="7680963"/>
            <a:ext cx="19385280" cy="21724622"/>
          </a:xfrm>
          <a:prstGeom prst="rect">
            <a:avLst/>
          </a:prstGeom>
          <a:noFill/>
          <a:ln>
            <a:noFill/>
          </a:ln>
        </p:spPr>
        <p:txBody>
          <a:bodyPr spcFirstLastPara="1" wrap="square" lIns="438900" tIns="219450" rIns="438900" bIns="219450" anchor="t" anchorCtr="0">
            <a:normAutofit/>
          </a:bodyPr>
          <a:lstStyle>
            <a:lvl1pPr marL="457200" lvl="0" indent="-1079500" algn="l">
              <a:spcBef>
                <a:spcPts val="2680"/>
              </a:spcBef>
              <a:spcAft>
                <a:spcPts val="0"/>
              </a:spcAft>
              <a:buClr>
                <a:schemeClr val="dk1"/>
              </a:buClr>
              <a:buSzPts val="13400"/>
              <a:buChar char="•"/>
              <a:defRPr sz="13400"/>
            </a:lvl1pPr>
            <a:lvl2pPr marL="914400" lvl="1" indent="-958850" algn="l">
              <a:spcBef>
                <a:spcPts val="2300"/>
              </a:spcBef>
              <a:spcAft>
                <a:spcPts val="0"/>
              </a:spcAft>
              <a:buClr>
                <a:schemeClr val="dk1"/>
              </a:buClr>
              <a:buSzPts val="11500"/>
              <a:buChar char="–"/>
              <a:defRPr sz="11500"/>
            </a:lvl2pPr>
            <a:lvl3pPr marL="1371600" lvl="2" indent="-838200" algn="l">
              <a:spcBef>
                <a:spcPts val="1920"/>
              </a:spcBef>
              <a:spcAft>
                <a:spcPts val="0"/>
              </a:spcAft>
              <a:buClr>
                <a:schemeClr val="dk1"/>
              </a:buClr>
              <a:buSzPts val="9600"/>
              <a:buChar char="•"/>
              <a:defRPr sz="9600"/>
            </a:lvl3pPr>
            <a:lvl4pPr marL="1828800" lvl="3" indent="-774700" algn="l">
              <a:spcBef>
                <a:spcPts val="1720"/>
              </a:spcBef>
              <a:spcAft>
                <a:spcPts val="0"/>
              </a:spcAft>
              <a:buClr>
                <a:schemeClr val="dk1"/>
              </a:buClr>
              <a:buSzPts val="8600"/>
              <a:buChar char="–"/>
              <a:defRPr sz="8600"/>
            </a:lvl4pPr>
            <a:lvl5pPr marL="2286000" lvl="4" indent="-774700" algn="l">
              <a:spcBef>
                <a:spcPts val="1720"/>
              </a:spcBef>
              <a:spcAft>
                <a:spcPts val="0"/>
              </a:spcAft>
              <a:buClr>
                <a:schemeClr val="dk1"/>
              </a:buClr>
              <a:buSzPts val="8600"/>
              <a:buChar char="»"/>
              <a:defRPr sz="8600"/>
            </a:lvl5pPr>
            <a:lvl6pPr marL="2743200" lvl="5" indent="-774700" algn="l">
              <a:spcBef>
                <a:spcPts val="1720"/>
              </a:spcBef>
              <a:spcAft>
                <a:spcPts val="0"/>
              </a:spcAft>
              <a:buClr>
                <a:schemeClr val="dk1"/>
              </a:buClr>
              <a:buSzPts val="8600"/>
              <a:buChar char="•"/>
              <a:defRPr sz="8600"/>
            </a:lvl6pPr>
            <a:lvl7pPr marL="3200400" lvl="6" indent="-774700" algn="l">
              <a:spcBef>
                <a:spcPts val="1720"/>
              </a:spcBef>
              <a:spcAft>
                <a:spcPts val="0"/>
              </a:spcAft>
              <a:buClr>
                <a:schemeClr val="dk1"/>
              </a:buClr>
              <a:buSzPts val="8600"/>
              <a:buChar char="•"/>
              <a:defRPr sz="8600"/>
            </a:lvl7pPr>
            <a:lvl8pPr marL="3657600" lvl="7" indent="-774700" algn="l">
              <a:spcBef>
                <a:spcPts val="1720"/>
              </a:spcBef>
              <a:spcAft>
                <a:spcPts val="0"/>
              </a:spcAft>
              <a:buClr>
                <a:schemeClr val="dk1"/>
              </a:buClr>
              <a:buSzPts val="8600"/>
              <a:buChar char="•"/>
              <a:defRPr sz="8600"/>
            </a:lvl8pPr>
            <a:lvl9pPr marL="4114800" lvl="8" indent="-774700" algn="l">
              <a:spcBef>
                <a:spcPts val="1720"/>
              </a:spcBef>
              <a:spcAft>
                <a:spcPts val="0"/>
              </a:spcAft>
              <a:buClr>
                <a:schemeClr val="dk1"/>
              </a:buClr>
              <a:buSzPts val="8600"/>
              <a:buChar char="•"/>
              <a:defRPr sz="8600"/>
            </a:lvl9pPr>
          </a:lstStyle>
          <a:p>
            <a:endParaRPr/>
          </a:p>
        </p:txBody>
      </p:sp>
      <p:sp>
        <p:nvSpPr>
          <p:cNvPr id="40" name="Google Shape;40;p6"/>
          <p:cNvSpPr txBox="1">
            <a:spLocks noGrp="1"/>
          </p:cNvSpPr>
          <p:nvPr>
            <p:ph type="body" idx="2"/>
          </p:nvPr>
        </p:nvSpPr>
        <p:spPr>
          <a:xfrm>
            <a:off x="22311360" y="7680963"/>
            <a:ext cx="19385280" cy="21724622"/>
          </a:xfrm>
          <a:prstGeom prst="rect">
            <a:avLst/>
          </a:prstGeom>
          <a:noFill/>
          <a:ln>
            <a:noFill/>
          </a:ln>
        </p:spPr>
        <p:txBody>
          <a:bodyPr spcFirstLastPara="1" wrap="square" lIns="438900" tIns="219450" rIns="438900" bIns="219450" anchor="t" anchorCtr="0">
            <a:normAutofit/>
          </a:bodyPr>
          <a:lstStyle>
            <a:lvl1pPr marL="457200" lvl="0" indent="-1079500" algn="l">
              <a:spcBef>
                <a:spcPts val="2680"/>
              </a:spcBef>
              <a:spcAft>
                <a:spcPts val="0"/>
              </a:spcAft>
              <a:buClr>
                <a:schemeClr val="dk1"/>
              </a:buClr>
              <a:buSzPts val="13400"/>
              <a:buChar char="•"/>
              <a:defRPr sz="13400"/>
            </a:lvl1pPr>
            <a:lvl2pPr marL="914400" lvl="1" indent="-958850" algn="l">
              <a:spcBef>
                <a:spcPts val="2300"/>
              </a:spcBef>
              <a:spcAft>
                <a:spcPts val="0"/>
              </a:spcAft>
              <a:buClr>
                <a:schemeClr val="dk1"/>
              </a:buClr>
              <a:buSzPts val="11500"/>
              <a:buChar char="–"/>
              <a:defRPr sz="11500"/>
            </a:lvl2pPr>
            <a:lvl3pPr marL="1371600" lvl="2" indent="-838200" algn="l">
              <a:spcBef>
                <a:spcPts val="1920"/>
              </a:spcBef>
              <a:spcAft>
                <a:spcPts val="0"/>
              </a:spcAft>
              <a:buClr>
                <a:schemeClr val="dk1"/>
              </a:buClr>
              <a:buSzPts val="9600"/>
              <a:buChar char="•"/>
              <a:defRPr sz="9600"/>
            </a:lvl3pPr>
            <a:lvl4pPr marL="1828800" lvl="3" indent="-774700" algn="l">
              <a:spcBef>
                <a:spcPts val="1720"/>
              </a:spcBef>
              <a:spcAft>
                <a:spcPts val="0"/>
              </a:spcAft>
              <a:buClr>
                <a:schemeClr val="dk1"/>
              </a:buClr>
              <a:buSzPts val="8600"/>
              <a:buChar char="–"/>
              <a:defRPr sz="8600"/>
            </a:lvl4pPr>
            <a:lvl5pPr marL="2286000" lvl="4" indent="-774700" algn="l">
              <a:spcBef>
                <a:spcPts val="1720"/>
              </a:spcBef>
              <a:spcAft>
                <a:spcPts val="0"/>
              </a:spcAft>
              <a:buClr>
                <a:schemeClr val="dk1"/>
              </a:buClr>
              <a:buSzPts val="8600"/>
              <a:buChar char="»"/>
              <a:defRPr sz="8600"/>
            </a:lvl5pPr>
            <a:lvl6pPr marL="2743200" lvl="5" indent="-774700" algn="l">
              <a:spcBef>
                <a:spcPts val="1720"/>
              </a:spcBef>
              <a:spcAft>
                <a:spcPts val="0"/>
              </a:spcAft>
              <a:buClr>
                <a:schemeClr val="dk1"/>
              </a:buClr>
              <a:buSzPts val="8600"/>
              <a:buChar char="•"/>
              <a:defRPr sz="8600"/>
            </a:lvl6pPr>
            <a:lvl7pPr marL="3200400" lvl="6" indent="-774700" algn="l">
              <a:spcBef>
                <a:spcPts val="1720"/>
              </a:spcBef>
              <a:spcAft>
                <a:spcPts val="0"/>
              </a:spcAft>
              <a:buClr>
                <a:schemeClr val="dk1"/>
              </a:buClr>
              <a:buSzPts val="8600"/>
              <a:buChar char="•"/>
              <a:defRPr sz="8600"/>
            </a:lvl7pPr>
            <a:lvl8pPr marL="3657600" lvl="7" indent="-774700" algn="l">
              <a:spcBef>
                <a:spcPts val="1720"/>
              </a:spcBef>
              <a:spcAft>
                <a:spcPts val="0"/>
              </a:spcAft>
              <a:buClr>
                <a:schemeClr val="dk1"/>
              </a:buClr>
              <a:buSzPts val="8600"/>
              <a:buChar char="•"/>
              <a:defRPr sz="8600"/>
            </a:lvl8pPr>
            <a:lvl9pPr marL="4114800" lvl="8" indent="-774700" algn="l">
              <a:spcBef>
                <a:spcPts val="1720"/>
              </a:spcBef>
              <a:spcAft>
                <a:spcPts val="0"/>
              </a:spcAft>
              <a:buClr>
                <a:schemeClr val="dk1"/>
              </a:buClr>
              <a:buSzPts val="8600"/>
              <a:buChar char="•"/>
              <a:defRPr sz="8600"/>
            </a:lvl9pPr>
          </a:lstStyle>
          <a:p>
            <a:endParaRPr/>
          </a:p>
        </p:txBody>
      </p:sp>
      <p:sp>
        <p:nvSpPr>
          <p:cNvPr id="41" name="Google Shape;41;p6"/>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2194560" y="1318262"/>
            <a:ext cx="39502080" cy="5486400"/>
          </a:xfrm>
          <a:prstGeom prst="rect">
            <a:avLst/>
          </a:prstGeom>
          <a:noFill/>
          <a:ln>
            <a:noFill/>
          </a:ln>
        </p:spPr>
        <p:txBody>
          <a:bodyPr spcFirstLastPara="1" wrap="square" lIns="438900" tIns="219450" rIns="438900" bIns="219450" anchor="ctr" anchorCtr="0">
            <a:normAutofit/>
          </a:bodyPr>
          <a:lstStyle>
            <a:lvl1pPr lvl="0" algn="ctr">
              <a:spcBef>
                <a:spcPts val="0"/>
              </a:spcBef>
              <a:spcAft>
                <a:spcPts val="0"/>
              </a:spcAft>
              <a:buClr>
                <a:schemeClr val="dk1"/>
              </a:buClr>
              <a:buSzPts val="211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7"/>
          <p:cNvSpPr txBox="1">
            <a:spLocks noGrp="1"/>
          </p:cNvSpPr>
          <p:nvPr>
            <p:ph type="body" idx="1"/>
          </p:nvPr>
        </p:nvSpPr>
        <p:spPr>
          <a:xfrm>
            <a:off x="2194560" y="7368542"/>
            <a:ext cx="19392902" cy="3070858"/>
          </a:xfrm>
          <a:prstGeom prst="rect">
            <a:avLst/>
          </a:prstGeom>
          <a:noFill/>
          <a:ln>
            <a:noFill/>
          </a:ln>
        </p:spPr>
        <p:txBody>
          <a:bodyPr spcFirstLastPara="1" wrap="square" lIns="438900" tIns="219450" rIns="438900" bIns="219450" anchor="b" anchorCtr="0">
            <a:normAutofit/>
          </a:bodyPr>
          <a:lstStyle>
            <a:lvl1pPr marL="457200" lvl="0" indent="-228600" algn="l">
              <a:spcBef>
                <a:spcPts val="2300"/>
              </a:spcBef>
              <a:spcAft>
                <a:spcPts val="0"/>
              </a:spcAft>
              <a:buClr>
                <a:schemeClr val="dk1"/>
              </a:buClr>
              <a:buSzPts val="11500"/>
              <a:buNone/>
              <a:defRPr sz="11500" b="1"/>
            </a:lvl1pPr>
            <a:lvl2pPr marL="914400" lvl="1" indent="-228600" algn="l">
              <a:spcBef>
                <a:spcPts val="1920"/>
              </a:spcBef>
              <a:spcAft>
                <a:spcPts val="0"/>
              </a:spcAft>
              <a:buClr>
                <a:schemeClr val="dk1"/>
              </a:buClr>
              <a:buSzPts val="9600"/>
              <a:buNone/>
              <a:defRPr sz="9600" b="1"/>
            </a:lvl2pPr>
            <a:lvl3pPr marL="1371600" lvl="2" indent="-228600" algn="l">
              <a:spcBef>
                <a:spcPts val="1720"/>
              </a:spcBef>
              <a:spcAft>
                <a:spcPts val="0"/>
              </a:spcAft>
              <a:buClr>
                <a:schemeClr val="dk1"/>
              </a:buClr>
              <a:buSzPts val="8600"/>
              <a:buNone/>
              <a:defRPr sz="8600" b="1"/>
            </a:lvl3pPr>
            <a:lvl4pPr marL="1828800" lvl="3" indent="-228600" algn="l">
              <a:spcBef>
                <a:spcPts val="1540"/>
              </a:spcBef>
              <a:spcAft>
                <a:spcPts val="0"/>
              </a:spcAft>
              <a:buClr>
                <a:schemeClr val="dk1"/>
              </a:buClr>
              <a:buSzPts val="7700"/>
              <a:buNone/>
              <a:defRPr sz="7700" b="1"/>
            </a:lvl4pPr>
            <a:lvl5pPr marL="2286000" lvl="4" indent="-228600" algn="l">
              <a:spcBef>
                <a:spcPts val="1540"/>
              </a:spcBef>
              <a:spcAft>
                <a:spcPts val="0"/>
              </a:spcAft>
              <a:buClr>
                <a:schemeClr val="dk1"/>
              </a:buClr>
              <a:buSzPts val="7700"/>
              <a:buNone/>
              <a:defRPr sz="7700" b="1"/>
            </a:lvl5pPr>
            <a:lvl6pPr marL="2743200" lvl="5" indent="-228600" algn="l">
              <a:spcBef>
                <a:spcPts val="1540"/>
              </a:spcBef>
              <a:spcAft>
                <a:spcPts val="0"/>
              </a:spcAft>
              <a:buClr>
                <a:schemeClr val="dk1"/>
              </a:buClr>
              <a:buSzPts val="7700"/>
              <a:buNone/>
              <a:defRPr sz="7700" b="1"/>
            </a:lvl6pPr>
            <a:lvl7pPr marL="3200400" lvl="6" indent="-228600" algn="l">
              <a:spcBef>
                <a:spcPts val="1540"/>
              </a:spcBef>
              <a:spcAft>
                <a:spcPts val="0"/>
              </a:spcAft>
              <a:buClr>
                <a:schemeClr val="dk1"/>
              </a:buClr>
              <a:buSzPts val="7700"/>
              <a:buNone/>
              <a:defRPr sz="7700" b="1"/>
            </a:lvl7pPr>
            <a:lvl8pPr marL="3657600" lvl="7" indent="-228600" algn="l">
              <a:spcBef>
                <a:spcPts val="1540"/>
              </a:spcBef>
              <a:spcAft>
                <a:spcPts val="0"/>
              </a:spcAft>
              <a:buClr>
                <a:schemeClr val="dk1"/>
              </a:buClr>
              <a:buSzPts val="7700"/>
              <a:buNone/>
              <a:defRPr sz="7700" b="1"/>
            </a:lvl8pPr>
            <a:lvl9pPr marL="4114800" lvl="8" indent="-228600" algn="l">
              <a:spcBef>
                <a:spcPts val="1540"/>
              </a:spcBef>
              <a:spcAft>
                <a:spcPts val="0"/>
              </a:spcAft>
              <a:buClr>
                <a:schemeClr val="dk1"/>
              </a:buClr>
              <a:buSzPts val="7700"/>
              <a:buNone/>
              <a:defRPr sz="7700" b="1"/>
            </a:lvl9pPr>
          </a:lstStyle>
          <a:p>
            <a:endParaRPr/>
          </a:p>
        </p:txBody>
      </p:sp>
      <p:sp>
        <p:nvSpPr>
          <p:cNvPr id="47" name="Google Shape;47;p7"/>
          <p:cNvSpPr txBox="1">
            <a:spLocks noGrp="1"/>
          </p:cNvSpPr>
          <p:nvPr>
            <p:ph type="body" idx="2"/>
          </p:nvPr>
        </p:nvSpPr>
        <p:spPr>
          <a:xfrm>
            <a:off x="2194560" y="10439400"/>
            <a:ext cx="19392902" cy="18966182"/>
          </a:xfrm>
          <a:prstGeom prst="rect">
            <a:avLst/>
          </a:prstGeom>
          <a:noFill/>
          <a:ln>
            <a:noFill/>
          </a:ln>
        </p:spPr>
        <p:txBody>
          <a:bodyPr spcFirstLastPara="1" wrap="square" lIns="438900" tIns="219450" rIns="438900" bIns="219450" anchor="t" anchorCtr="0">
            <a:normAutofit/>
          </a:bodyPr>
          <a:lstStyle>
            <a:lvl1pPr marL="457200" lvl="0" indent="-958850" algn="l">
              <a:spcBef>
                <a:spcPts val="2300"/>
              </a:spcBef>
              <a:spcAft>
                <a:spcPts val="0"/>
              </a:spcAft>
              <a:buClr>
                <a:schemeClr val="dk1"/>
              </a:buClr>
              <a:buSzPts val="11500"/>
              <a:buChar char="•"/>
              <a:defRPr sz="11500"/>
            </a:lvl1pPr>
            <a:lvl2pPr marL="914400" lvl="1" indent="-838200" algn="l">
              <a:spcBef>
                <a:spcPts val="1920"/>
              </a:spcBef>
              <a:spcAft>
                <a:spcPts val="0"/>
              </a:spcAft>
              <a:buClr>
                <a:schemeClr val="dk1"/>
              </a:buClr>
              <a:buSzPts val="9600"/>
              <a:buChar char="–"/>
              <a:defRPr sz="9600"/>
            </a:lvl2pPr>
            <a:lvl3pPr marL="1371600" lvl="2" indent="-774700" algn="l">
              <a:spcBef>
                <a:spcPts val="1720"/>
              </a:spcBef>
              <a:spcAft>
                <a:spcPts val="0"/>
              </a:spcAft>
              <a:buClr>
                <a:schemeClr val="dk1"/>
              </a:buClr>
              <a:buSzPts val="8600"/>
              <a:buChar char="•"/>
              <a:defRPr sz="8600"/>
            </a:lvl3pPr>
            <a:lvl4pPr marL="1828800" lvl="3" indent="-717550" algn="l">
              <a:spcBef>
                <a:spcPts val="1540"/>
              </a:spcBef>
              <a:spcAft>
                <a:spcPts val="0"/>
              </a:spcAft>
              <a:buClr>
                <a:schemeClr val="dk1"/>
              </a:buClr>
              <a:buSzPts val="7700"/>
              <a:buChar char="–"/>
              <a:defRPr sz="7700"/>
            </a:lvl4pPr>
            <a:lvl5pPr marL="2286000" lvl="4" indent="-717550" algn="l">
              <a:spcBef>
                <a:spcPts val="1540"/>
              </a:spcBef>
              <a:spcAft>
                <a:spcPts val="0"/>
              </a:spcAft>
              <a:buClr>
                <a:schemeClr val="dk1"/>
              </a:buClr>
              <a:buSzPts val="7700"/>
              <a:buChar char="»"/>
              <a:defRPr sz="7700"/>
            </a:lvl5pPr>
            <a:lvl6pPr marL="2743200" lvl="5" indent="-717550" algn="l">
              <a:spcBef>
                <a:spcPts val="1540"/>
              </a:spcBef>
              <a:spcAft>
                <a:spcPts val="0"/>
              </a:spcAft>
              <a:buClr>
                <a:schemeClr val="dk1"/>
              </a:buClr>
              <a:buSzPts val="7700"/>
              <a:buChar char="•"/>
              <a:defRPr sz="7700"/>
            </a:lvl6pPr>
            <a:lvl7pPr marL="3200400" lvl="6" indent="-717550" algn="l">
              <a:spcBef>
                <a:spcPts val="1540"/>
              </a:spcBef>
              <a:spcAft>
                <a:spcPts val="0"/>
              </a:spcAft>
              <a:buClr>
                <a:schemeClr val="dk1"/>
              </a:buClr>
              <a:buSzPts val="7700"/>
              <a:buChar char="•"/>
              <a:defRPr sz="7700"/>
            </a:lvl7pPr>
            <a:lvl8pPr marL="3657600" lvl="7" indent="-717550" algn="l">
              <a:spcBef>
                <a:spcPts val="1540"/>
              </a:spcBef>
              <a:spcAft>
                <a:spcPts val="0"/>
              </a:spcAft>
              <a:buClr>
                <a:schemeClr val="dk1"/>
              </a:buClr>
              <a:buSzPts val="7700"/>
              <a:buChar char="•"/>
              <a:defRPr sz="7700"/>
            </a:lvl8pPr>
            <a:lvl9pPr marL="4114800" lvl="8" indent="-717550" algn="l">
              <a:spcBef>
                <a:spcPts val="1540"/>
              </a:spcBef>
              <a:spcAft>
                <a:spcPts val="0"/>
              </a:spcAft>
              <a:buClr>
                <a:schemeClr val="dk1"/>
              </a:buClr>
              <a:buSzPts val="7700"/>
              <a:buChar char="•"/>
              <a:defRPr sz="7700"/>
            </a:lvl9pPr>
          </a:lstStyle>
          <a:p>
            <a:endParaRPr/>
          </a:p>
        </p:txBody>
      </p:sp>
      <p:sp>
        <p:nvSpPr>
          <p:cNvPr id="48" name="Google Shape;48;p7"/>
          <p:cNvSpPr txBox="1">
            <a:spLocks noGrp="1"/>
          </p:cNvSpPr>
          <p:nvPr>
            <p:ph type="body" idx="3"/>
          </p:nvPr>
        </p:nvSpPr>
        <p:spPr>
          <a:xfrm>
            <a:off x="22296122" y="7368542"/>
            <a:ext cx="19400520" cy="3070858"/>
          </a:xfrm>
          <a:prstGeom prst="rect">
            <a:avLst/>
          </a:prstGeom>
          <a:noFill/>
          <a:ln>
            <a:noFill/>
          </a:ln>
        </p:spPr>
        <p:txBody>
          <a:bodyPr spcFirstLastPara="1" wrap="square" lIns="438900" tIns="219450" rIns="438900" bIns="219450" anchor="b" anchorCtr="0">
            <a:normAutofit/>
          </a:bodyPr>
          <a:lstStyle>
            <a:lvl1pPr marL="457200" lvl="0" indent="-228600" algn="l">
              <a:spcBef>
                <a:spcPts val="2300"/>
              </a:spcBef>
              <a:spcAft>
                <a:spcPts val="0"/>
              </a:spcAft>
              <a:buClr>
                <a:schemeClr val="dk1"/>
              </a:buClr>
              <a:buSzPts val="11500"/>
              <a:buNone/>
              <a:defRPr sz="11500" b="1"/>
            </a:lvl1pPr>
            <a:lvl2pPr marL="914400" lvl="1" indent="-228600" algn="l">
              <a:spcBef>
                <a:spcPts val="1920"/>
              </a:spcBef>
              <a:spcAft>
                <a:spcPts val="0"/>
              </a:spcAft>
              <a:buClr>
                <a:schemeClr val="dk1"/>
              </a:buClr>
              <a:buSzPts val="9600"/>
              <a:buNone/>
              <a:defRPr sz="9600" b="1"/>
            </a:lvl2pPr>
            <a:lvl3pPr marL="1371600" lvl="2" indent="-228600" algn="l">
              <a:spcBef>
                <a:spcPts val="1720"/>
              </a:spcBef>
              <a:spcAft>
                <a:spcPts val="0"/>
              </a:spcAft>
              <a:buClr>
                <a:schemeClr val="dk1"/>
              </a:buClr>
              <a:buSzPts val="8600"/>
              <a:buNone/>
              <a:defRPr sz="8600" b="1"/>
            </a:lvl3pPr>
            <a:lvl4pPr marL="1828800" lvl="3" indent="-228600" algn="l">
              <a:spcBef>
                <a:spcPts val="1540"/>
              </a:spcBef>
              <a:spcAft>
                <a:spcPts val="0"/>
              </a:spcAft>
              <a:buClr>
                <a:schemeClr val="dk1"/>
              </a:buClr>
              <a:buSzPts val="7700"/>
              <a:buNone/>
              <a:defRPr sz="7700" b="1"/>
            </a:lvl4pPr>
            <a:lvl5pPr marL="2286000" lvl="4" indent="-228600" algn="l">
              <a:spcBef>
                <a:spcPts val="1540"/>
              </a:spcBef>
              <a:spcAft>
                <a:spcPts val="0"/>
              </a:spcAft>
              <a:buClr>
                <a:schemeClr val="dk1"/>
              </a:buClr>
              <a:buSzPts val="7700"/>
              <a:buNone/>
              <a:defRPr sz="7700" b="1"/>
            </a:lvl5pPr>
            <a:lvl6pPr marL="2743200" lvl="5" indent="-228600" algn="l">
              <a:spcBef>
                <a:spcPts val="1540"/>
              </a:spcBef>
              <a:spcAft>
                <a:spcPts val="0"/>
              </a:spcAft>
              <a:buClr>
                <a:schemeClr val="dk1"/>
              </a:buClr>
              <a:buSzPts val="7700"/>
              <a:buNone/>
              <a:defRPr sz="7700" b="1"/>
            </a:lvl6pPr>
            <a:lvl7pPr marL="3200400" lvl="6" indent="-228600" algn="l">
              <a:spcBef>
                <a:spcPts val="1540"/>
              </a:spcBef>
              <a:spcAft>
                <a:spcPts val="0"/>
              </a:spcAft>
              <a:buClr>
                <a:schemeClr val="dk1"/>
              </a:buClr>
              <a:buSzPts val="7700"/>
              <a:buNone/>
              <a:defRPr sz="7700" b="1"/>
            </a:lvl7pPr>
            <a:lvl8pPr marL="3657600" lvl="7" indent="-228600" algn="l">
              <a:spcBef>
                <a:spcPts val="1540"/>
              </a:spcBef>
              <a:spcAft>
                <a:spcPts val="0"/>
              </a:spcAft>
              <a:buClr>
                <a:schemeClr val="dk1"/>
              </a:buClr>
              <a:buSzPts val="7700"/>
              <a:buNone/>
              <a:defRPr sz="7700" b="1"/>
            </a:lvl8pPr>
            <a:lvl9pPr marL="4114800" lvl="8" indent="-228600" algn="l">
              <a:spcBef>
                <a:spcPts val="1540"/>
              </a:spcBef>
              <a:spcAft>
                <a:spcPts val="0"/>
              </a:spcAft>
              <a:buClr>
                <a:schemeClr val="dk1"/>
              </a:buClr>
              <a:buSzPts val="7700"/>
              <a:buNone/>
              <a:defRPr sz="7700" b="1"/>
            </a:lvl9pPr>
          </a:lstStyle>
          <a:p>
            <a:endParaRPr/>
          </a:p>
        </p:txBody>
      </p:sp>
      <p:sp>
        <p:nvSpPr>
          <p:cNvPr id="49" name="Google Shape;49;p7"/>
          <p:cNvSpPr txBox="1">
            <a:spLocks noGrp="1"/>
          </p:cNvSpPr>
          <p:nvPr>
            <p:ph type="body" idx="4"/>
          </p:nvPr>
        </p:nvSpPr>
        <p:spPr>
          <a:xfrm>
            <a:off x="22296122" y="10439400"/>
            <a:ext cx="19400520" cy="18966182"/>
          </a:xfrm>
          <a:prstGeom prst="rect">
            <a:avLst/>
          </a:prstGeom>
          <a:noFill/>
          <a:ln>
            <a:noFill/>
          </a:ln>
        </p:spPr>
        <p:txBody>
          <a:bodyPr spcFirstLastPara="1" wrap="square" lIns="438900" tIns="219450" rIns="438900" bIns="219450" anchor="t" anchorCtr="0">
            <a:normAutofit/>
          </a:bodyPr>
          <a:lstStyle>
            <a:lvl1pPr marL="457200" lvl="0" indent="-958850" algn="l">
              <a:spcBef>
                <a:spcPts val="2300"/>
              </a:spcBef>
              <a:spcAft>
                <a:spcPts val="0"/>
              </a:spcAft>
              <a:buClr>
                <a:schemeClr val="dk1"/>
              </a:buClr>
              <a:buSzPts val="11500"/>
              <a:buChar char="•"/>
              <a:defRPr sz="11500"/>
            </a:lvl1pPr>
            <a:lvl2pPr marL="914400" lvl="1" indent="-838200" algn="l">
              <a:spcBef>
                <a:spcPts val="1920"/>
              </a:spcBef>
              <a:spcAft>
                <a:spcPts val="0"/>
              </a:spcAft>
              <a:buClr>
                <a:schemeClr val="dk1"/>
              </a:buClr>
              <a:buSzPts val="9600"/>
              <a:buChar char="–"/>
              <a:defRPr sz="9600"/>
            </a:lvl2pPr>
            <a:lvl3pPr marL="1371600" lvl="2" indent="-774700" algn="l">
              <a:spcBef>
                <a:spcPts val="1720"/>
              </a:spcBef>
              <a:spcAft>
                <a:spcPts val="0"/>
              </a:spcAft>
              <a:buClr>
                <a:schemeClr val="dk1"/>
              </a:buClr>
              <a:buSzPts val="8600"/>
              <a:buChar char="•"/>
              <a:defRPr sz="8600"/>
            </a:lvl3pPr>
            <a:lvl4pPr marL="1828800" lvl="3" indent="-717550" algn="l">
              <a:spcBef>
                <a:spcPts val="1540"/>
              </a:spcBef>
              <a:spcAft>
                <a:spcPts val="0"/>
              </a:spcAft>
              <a:buClr>
                <a:schemeClr val="dk1"/>
              </a:buClr>
              <a:buSzPts val="7700"/>
              <a:buChar char="–"/>
              <a:defRPr sz="7700"/>
            </a:lvl4pPr>
            <a:lvl5pPr marL="2286000" lvl="4" indent="-717550" algn="l">
              <a:spcBef>
                <a:spcPts val="1540"/>
              </a:spcBef>
              <a:spcAft>
                <a:spcPts val="0"/>
              </a:spcAft>
              <a:buClr>
                <a:schemeClr val="dk1"/>
              </a:buClr>
              <a:buSzPts val="7700"/>
              <a:buChar char="»"/>
              <a:defRPr sz="7700"/>
            </a:lvl5pPr>
            <a:lvl6pPr marL="2743200" lvl="5" indent="-717550" algn="l">
              <a:spcBef>
                <a:spcPts val="1540"/>
              </a:spcBef>
              <a:spcAft>
                <a:spcPts val="0"/>
              </a:spcAft>
              <a:buClr>
                <a:schemeClr val="dk1"/>
              </a:buClr>
              <a:buSzPts val="7700"/>
              <a:buChar char="•"/>
              <a:defRPr sz="7700"/>
            </a:lvl6pPr>
            <a:lvl7pPr marL="3200400" lvl="6" indent="-717550" algn="l">
              <a:spcBef>
                <a:spcPts val="1540"/>
              </a:spcBef>
              <a:spcAft>
                <a:spcPts val="0"/>
              </a:spcAft>
              <a:buClr>
                <a:schemeClr val="dk1"/>
              </a:buClr>
              <a:buSzPts val="7700"/>
              <a:buChar char="•"/>
              <a:defRPr sz="7700"/>
            </a:lvl7pPr>
            <a:lvl8pPr marL="3657600" lvl="7" indent="-717550" algn="l">
              <a:spcBef>
                <a:spcPts val="1540"/>
              </a:spcBef>
              <a:spcAft>
                <a:spcPts val="0"/>
              </a:spcAft>
              <a:buClr>
                <a:schemeClr val="dk1"/>
              </a:buClr>
              <a:buSzPts val="7700"/>
              <a:buChar char="•"/>
              <a:defRPr sz="7700"/>
            </a:lvl8pPr>
            <a:lvl9pPr marL="4114800" lvl="8" indent="-717550" algn="l">
              <a:spcBef>
                <a:spcPts val="1540"/>
              </a:spcBef>
              <a:spcAft>
                <a:spcPts val="0"/>
              </a:spcAft>
              <a:buClr>
                <a:schemeClr val="dk1"/>
              </a:buClr>
              <a:buSzPts val="7700"/>
              <a:buChar char="•"/>
              <a:defRPr sz="7700"/>
            </a:lvl9pPr>
          </a:lstStyle>
          <a:p>
            <a:endParaRPr/>
          </a:p>
        </p:txBody>
      </p:sp>
      <p:sp>
        <p:nvSpPr>
          <p:cNvPr id="50" name="Google Shape;50;p7"/>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7"/>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2194560" y="1318262"/>
            <a:ext cx="39502080" cy="5486400"/>
          </a:xfrm>
          <a:prstGeom prst="rect">
            <a:avLst/>
          </a:prstGeom>
          <a:noFill/>
          <a:ln>
            <a:noFill/>
          </a:ln>
        </p:spPr>
        <p:txBody>
          <a:bodyPr spcFirstLastPara="1" wrap="square" lIns="438900" tIns="219450" rIns="438900" bIns="2194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8"/>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2194563" y="1310640"/>
            <a:ext cx="14439902" cy="5577840"/>
          </a:xfrm>
          <a:prstGeom prst="rect">
            <a:avLst/>
          </a:prstGeom>
          <a:noFill/>
          <a:ln>
            <a:noFill/>
          </a:ln>
        </p:spPr>
        <p:txBody>
          <a:bodyPr spcFirstLastPara="1" wrap="square" lIns="438900" tIns="219450" rIns="438900" bIns="219450" anchor="b" anchorCtr="0">
            <a:normAutofit/>
          </a:bodyPr>
          <a:lstStyle>
            <a:lvl1pPr lvl="0" algn="l">
              <a:spcBef>
                <a:spcPts val="0"/>
              </a:spcBef>
              <a:spcAft>
                <a:spcPts val="0"/>
              </a:spcAft>
              <a:buClr>
                <a:schemeClr val="dk1"/>
              </a:buClr>
              <a:buSzPts val="9600"/>
              <a:buFont typeface="Calibri"/>
              <a:buNone/>
              <a:defRPr sz="96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17160240" y="1310643"/>
            <a:ext cx="24536400" cy="28094942"/>
          </a:xfrm>
          <a:prstGeom prst="rect">
            <a:avLst/>
          </a:prstGeom>
          <a:noFill/>
          <a:ln>
            <a:noFill/>
          </a:ln>
        </p:spPr>
        <p:txBody>
          <a:bodyPr spcFirstLastPara="1" wrap="square" lIns="438900" tIns="219450" rIns="438900" bIns="219450" anchor="t" anchorCtr="0">
            <a:normAutofit/>
          </a:bodyPr>
          <a:lstStyle>
            <a:lvl1pPr marL="457200" lvl="0" indent="-1206500" algn="l">
              <a:spcBef>
                <a:spcPts val="3080"/>
              </a:spcBef>
              <a:spcAft>
                <a:spcPts val="0"/>
              </a:spcAft>
              <a:buClr>
                <a:schemeClr val="dk1"/>
              </a:buClr>
              <a:buSzPts val="15400"/>
              <a:buChar char="•"/>
              <a:defRPr sz="15400"/>
            </a:lvl1pPr>
            <a:lvl2pPr marL="914400" lvl="1" indent="-1079500" algn="l">
              <a:spcBef>
                <a:spcPts val="2680"/>
              </a:spcBef>
              <a:spcAft>
                <a:spcPts val="0"/>
              </a:spcAft>
              <a:buClr>
                <a:schemeClr val="dk1"/>
              </a:buClr>
              <a:buSzPts val="13400"/>
              <a:buChar char="–"/>
              <a:defRPr sz="13400"/>
            </a:lvl2pPr>
            <a:lvl3pPr marL="1371600" lvl="2" indent="-958850" algn="l">
              <a:spcBef>
                <a:spcPts val="2300"/>
              </a:spcBef>
              <a:spcAft>
                <a:spcPts val="0"/>
              </a:spcAft>
              <a:buClr>
                <a:schemeClr val="dk1"/>
              </a:buClr>
              <a:buSzPts val="11500"/>
              <a:buChar char="•"/>
              <a:defRPr sz="11500"/>
            </a:lvl3pPr>
            <a:lvl4pPr marL="1828800" lvl="3" indent="-838200" algn="l">
              <a:spcBef>
                <a:spcPts val="1920"/>
              </a:spcBef>
              <a:spcAft>
                <a:spcPts val="0"/>
              </a:spcAft>
              <a:buClr>
                <a:schemeClr val="dk1"/>
              </a:buClr>
              <a:buSzPts val="9600"/>
              <a:buChar char="–"/>
              <a:defRPr sz="9600"/>
            </a:lvl4pPr>
            <a:lvl5pPr marL="2286000" lvl="4" indent="-838200" algn="l">
              <a:spcBef>
                <a:spcPts val="1920"/>
              </a:spcBef>
              <a:spcAft>
                <a:spcPts val="0"/>
              </a:spcAft>
              <a:buClr>
                <a:schemeClr val="dk1"/>
              </a:buClr>
              <a:buSzPts val="9600"/>
              <a:buChar char="»"/>
              <a:defRPr sz="9600"/>
            </a:lvl5pPr>
            <a:lvl6pPr marL="2743200" lvl="5" indent="-838200" algn="l">
              <a:spcBef>
                <a:spcPts val="1920"/>
              </a:spcBef>
              <a:spcAft>
                <a:spcPts val="0"/>
              </a:spcAft>
              <a:buClr>
                <a:schemeClr val="dk1"/>
              </a:buClr>
              <a:buSzPts val="9600"/>
              <a:buChar char="•"/>
              <a:defRPr sz="9600"/>
            </a:lvl6pPr>
            <a:lvl7pPr marL="3200400" lvl="6" indent="-838200" algn="l">
              <a:spcBef>
                <a:spcPts val="1920"/>
              </a:spcBef>
              <a:spcAft>
                <a:spcPts val="0"/>
              </a:spcAft>
              <a:buClr>
                <a:schemeClr val="dk1"/>
              </a:buClr>
              <a:buSzPts val="9600"/>
              <a:buChar char="•"/>
              <a:defRPr sz="9600"/>
            </a:lvl7pPr>
            <a:lvl8pPr marL="3657600" lvl="7" indent="-838200" algn="l">
              <a:spcBef>
                <a:spcPts val="1920"/>
              </a:spcBef>
              <a:spcAft>
                <a:spcPts val="0"/>
              </a:spcAft>
              <a:buClr>
                <a:schemeClr val="dk1"/>
              </a:buClr>
              <a:buSzPts val="9600"/>
              <a:buChar char="•"/>
              <a:defRPr sz="9600"/>
            </a:lvl8pPr>
            <a:lvl9pPr marL="4114800" lvl="8" indent="-838200" algn="l">
              <a:spcBef>
                <a:spcPts val="1920"/>
              </a:spcBef>
              <a:spcAft>
                <a:spcPts val="0"/>
              </a:spcAft>
              <a:buClr>
                <a:schemeClr val="dk1"/>
              </a:buClr>
              <a:buSzPts val="9600"/>
              <a:buChar char="•"/>
              <a:defRPr sz="9600"/>
            </a:lvl9pPr>
          </a:lstStyle>
          <a:p>
            <a:endParaRPr/>
          </a:p>
        </p:txBody>
      </p:sp>
      <p:sp>
        <p:nvSpPr>
          <p:cNvPr id="61" name="Google Shape;61;p9"/>
          <p:cNvSpPr txBox="1">
            <a:spLocks noGrp="1"/>
          </p:cNvSpPr>
          <p:nvPr>
            <p:ph type="body" idx="2"/>
          </p:nvPr>
        </p:nvSpPr>
        <p:spPr>
          <a:xfrm>
            <a:off x="2194563" y="6888483"/>
            <a:ext cx="14439902" cy="22517102"/>
          </a:xfrm>
          <a:prstGeom prst="rect">
            <a:avLst/>
          </a:prstGeom>
          <a:noFill/>
          <a:ln>
            <a:noFill/>
          </a:ln>
        </p:spPr>
        <p:txBody>
          <a:bodyPr spcFirstLastPara="1" wrap="square" lIns="438900" tIns="219450" rIns="438900" bIns="219450" anchor="t" anchorCtr="0">
            <a:normAutofit/>
          </a:bodyPr>
          <a:lstStyle>
            <a:lvl1pPr marL="457200" lvl="0" indent="-228600" algn="l">
              <a:spcBef>
                <a:spcPts val="1340"/>
              </a:spcBef>
              <a:spcAft>
                <a:spcPts val="0"/>
              </a:spcAft>
              <a:buClr>
                <a:schemeClr val="dk1"/>
              </a:buClr>
              <a:buSzPts val="6700"/>
              <a:buNone/>
              <a:defRPr sz="6700"/>
            </a:lvl1pPr>
            <a:lvl2pPr marL="914400" lvl="1" indent="-228600" algn="l">
              <a:spcBef>
                <a:spcPts val="1160"/>
              </a:spcBef>
              <a:spcAft>
                <a:spcPts val="0"/>
              </a:spcAft>
              <a:buClr>
                <a:schemeClr val="dk1"/>
              </a:buClr>
              <a:buSzPts val="5800"/>
              <a:buNone/>
              <a:defRPr sz="5800"/>
            </a:lvl2pPr>
            <a:lvl3pPr marL="1371600" lvl="2" indent="-228600" algn="l">
              <a:spcBef>
                <a:spcPts val="960"/>
              </a:spcBef>
              <a:spcAft>
                <a:spcPts val="0"/>
              </a:spcAft>
              <a:buClr>
                <a:schemeClr val="dk1"/>
              </a:buClr>
              <a:buSzPts val="4800"/>
              <a:buNone/>
              <a:defRPr sz="4800"/>
            </a:lvl3pPr>
            <a:lvl4pPr marL="1828800" lvl="3" indent="-228600" algn="l">
              <a:spcBef>
                <a:spcPts val="860"/>
              </a:spcBef>
              <a:spcAft>
                <a:spcPts val="0"/>
              </a:spcAft>
              <a:buClr>
                <a:schemeClr val="dk1"/>
              </a:buClr>
              <a:buSzPts val="4300"/>
              <a:buNone/>
              <a:defRPr sz="4300"/>
            </a:lvl4pPr>
            <a:lvl5pPr marL="2286000" lvl="4" indent="-228600" algn="l">
              <a:spcBef>
                <a:spcPts val="860"/>
              </a:spcBef>
              <a:spcAft>
                <a:spcPts val="0"/>
              </a:spcAft>
              <a:buClr>
                <a:schemeClr val="dk1"/>
              </a:buClr>
              <a:buSzPts val="4300"/>
              <a:buNone/>
              <a:defRPr sz="4300"/>
            </a:lvl5pPr>
            <a:lvl6pPr marL="2743200" lvl="5" indent="-228600" algn="l">
              <a:spcBef>
                <a:spcPts val="860"/>
              </a:spcBef>
              <a:spcAft>
                <a:spcPts val="0"/>
              </a:spcAft>
              <a:buClr>
                <a:schemeClr val="dk1"/>
              </a:buClr>
              <a:buSzPts val="4300"/>
              <a:buNone/>
              <a:defRPr sz="4300"/>
            </a:lvl6pPr>
            <a:lvl7pPr marL="3200400" lvl="6" indent="-228600" algn="l">
              <a:spcBef>
                <a:spcPts val="860"/>
              </a:spcBef>
              <a:spcAft>
                <a:spcPts val="0"/>
              </a:spcAft>
              <a:buClr>
                <a:schemeClr val="dk1"/>
              </a:buClr>
              <a:buSzPts val="4300"/>
              <a:buNone/>
              <a:defRPr sz="4300"/>
            </a:lvl7pPr>
            <a:lvl8pPr marL="3657600" lvl="7" indent="-228600" algn="l">
              <a:spcBef>
                <a:spcPts val="860"/>
              </a:spcBef>
              <a:spcAft>
                <a:spcPts val="0"/>
              </a:spcAft>
              <a:buClr>
                <a:schemeClr val="dk1"/>
              </a:buClr>
              <a:buSzPts val="4300"/>
              <a:buNone/>
              <a:defRPr sz="4300"/>
            </a:lvl8pPr>
            <a:lvl9pPr marL="4114800" lvl="8" indent="-228600" algn="l">
              <a:spcBef>
                <a:spcPts val="860"/>
              </a:spcBef>
              <a:spcAft>
                <a:spcPts val="0"/>
              </a:spcAft>
              <a:buClr>
                <a:schemeClr val="dk1"/>
              </a:buClr>
              <a:buSzPts val="4300"/>
              <a:buNone/>
              <a:defRPr sz="4300"/>
            </a:lvl9pPr>
          </a:lstStyle>
          <a:p>
            <a:endParaRPr/>
          </a:p>
        </p:txBody>
      </p:sp>
      <p:sp>
        <p:nvSpPr>
          <p:cNvPr id="62" name="Google Shape;62;p9"/>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602982" y="23042880"/>
            <a:ext cx="26334720" cy="2720342"/>
          </a:xfrm>
          <a:prstGeom prst="rect">
            <a:avLst/>
          </a:prstGeom>
          <a:noFill/>
          <a:ln>
            <a:noFill/>
          </a:ln>
        </p:spPr>
        <p:txBody>
          <a:bodyPr spcFirstLastPara="1" wrap="square" lIns="438900" tIns="219450" rIns="438900" bIns="219450" anchor="b" anchorCtr="0">
            <a:normAutofit/>
          </a:bodyPr>
          <a:lstStyle>
            <a:lvl1pPr lvl="0" algn="l">
              <a:spcBef>
                <a:spcPts val="0"/>
              </a:spcBef>
              <a:spcAft>
                <a:spcPts val="0"/>
              </a:spcAft>
              <a:buClr>
                <a:schemeClr val="dk1"/>
              </a:buClr>
              <a:buSzPts val="9600"/>
              <a:buFont typeface="Calibri"/>
              <a:buNone/>
              <a:defRPr sz="96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8602982" y="2941320"/>
            <a:ext cx="26334720" cy="19751040"/>
          </a:xfrm>
          <a:prstGeom prst="rect">
            <a:avLst/>
          </a:prstGeom>
          <a:noFill/>
          <a:ln>
            <a:noFill/>
          </a:ln>
        </p:spPr>
      </p:sp>
      <p:sp>
        <p:nvSpPr>
          <p:cNvPr id="68" name="Google Shape;68;p10"/>
          <p:cNvSpPr txBox="1">
            <a:spLocks noGrp="1"/>
          </p:cNvSpPr>
          <p:nvPr>
            <p:ph type="body" idx="1"/>
          </p:nvPr>
        </p:nvSpPr>
        <p:spPr>
          <a:xfrm>
            <a:off x="8602982" y="25763222"/>
            <a:ext cx="26334720" cy="3863338"/>
          </a:xfrm>
          <a:prstGeom prst="rect">
            <a:avLst/>
          </a:prstGeom>
          <a:noFill/>
          <a:ln>
            <a:noFill/>
          </a:ln>
        </p:spPr>
        <p:txBody>
          <a:bodyPr spcFirstLastPara="1" wrap="square" lIns="438900" tIns="219450" rIns="438900" bIns="219450" anchor="t" anchorCtr="0">
            <a:normAutofit/>
          </a:bodyPr>
          <a:lstStyle>
            <a:lvl1pPr marL="457200" lvl="0" indent="-228600" algn="l">
              <a:spcBef>
                <a:spcPts val="1340"/>
              </a:spcBef>
              <a:spcAft>
                <a:spcPts val="0"/>
              </a:spcAft>
              <a:buClr>
                <a:schemeClr val="dk1"/>
              </a:buClr>
              <a:buSzPts val="6700"/>
              <a:buNone/>
              <a:defRPr sz="6700"/>
            </a:lvl1pPr>
            <a:lvl2pPr marL="914400" lvl="1" indent="-228600" algn="l">
              <a:spcBef>
                <a:spcPts val="1160"/>
              </a:spcBef>
              <a:spcAft>
                <a:spcPts val="0"/>
              </a:spcAft>
              <a:buClr>
                <a:schemeClr val="dk1"/>
              </a:buClr>
              <a:buSzPts val="5800"/>
              <a:buNone/>
              <a:defRPr sz="5800"/>
            </a:lvl2pPr>
            <a:lvl3pPr marL="1371600" lvl="2" indent="-228600" algn="l">
              <a:spcBef>
                <a:spcPts val="960"/>
              </a:spcBef>
              <a:spcAft>
                <a:spcPts val="0"/>
              </a:spcAft>
              <a:buClr>
                <a:schemeClr val="dk1"/>
              </a:buClr>
              <a:buSzPts val="4800"/>
              <a:buNone/>
              <a:defRPr sz="4800"/>
            </a:lvl3pPr>
            <a:lvl4pPr marL="1828800" lvl="3" indent="-228600" algn="l">
              <a:spcBef>
                <a:spcPts val="860"/>
              </a:spcBef>
              <a:spcAft>
                <a:spcPts val="0"/>
              </a:spcAft>
              <a:buClr>
                <a:schemeClr val="dk1"/>
              </a:buClr>
              <a:buSzPts val="4300"/>
              <a:buNone/>
              <a:defRPr sz="4300"/>
            </a:lvl4pPr>
            <a:lvl5pPr marL="2286000" lvl="4" indent="-228600" algn="l">
              <a:spcBef>
                <a:spcPts val="860"/>
              </a:spcBef>
              <a:spcAft>
                <a:spcPts val="0"/>
              </a:spcAft>
              <a:buClr>
                <a:schemeClr val="dk1"/>
              </a:buClr>
              <a:buSzPts val="4300"/>
              <a:buNone/>
              <a:defRPr sz="4300"/>
            </a:lvl5pPr>
            <a:lvl6pPr marL="2743200" lvl="5" indent="-228600" algn="l">
              <a:spcBef>
                <a:spcPts val="860"/>
              </a:spcBef>
              <a:spcAft>
                <a:spcPts val="0"/>
              </a:spcAft>
              <a:buClr>
                <a:schemeClr val="dk1"/>
              </a:buClr>
              <a:buSzPts val="4300"/>
              <a:buNone/>
              <a:defRPr sz="4300"/>
            </a:lvl6pPr>
            <a:lvl7pPr marL="3200400" lvl="6" indent="-228600" algn="l">
              <a:spcBef>
                <a:spcPts val="860"/>
              </a:spcBef>
              <a:spcAft>
                <a:spcPts val="0"/>
              </a:spcAft>
              <a:buClr>
                <a:schemeClr val="dk1"/>
              </a:buClr>
              <a:buSzPts val="4300"/>
              <a:buNone/>
              <a:defRPr sz="4300"/>
            </a:lvl7pPr>
            <a:lvl8pPr marL="3657600" lvl="7" indent="-228600" algn="l">
              <a:spcBef>
                <a:spcPts val="860"/>
              </a:spcBef>
              <a:spcAft>
                <a:spcPts val="0"/>
              </a:spcAft>
              <a:buClr>
                <a:schemeClr val="dk1"/>
              </a:buClr>
              <a:buSzPts val="4300"/>
              <a:buNone/>
              <a:defRPr sz="4300"/>
            </a:lvl8pPr>
            <a:lvl9pPr marL="4114800" lvl="8" indent="-228600" algn="l">
              <a:spcBef>
                <a:spcPts val="860"/>
              </a:spcBef>
              <a:spcAft>
                <a:spcPts val="0"/>
              </a:spcAft>
              <a:buClr>
                <a:schemeClr val="dk1"/>
              </a:buClr>
              <a:buSzPts val="4300"/>
              <a:buNone/>
              <a:defRPr sz="4300"/>
            </a:lvl9pPr>
          </a:lstStyle>
          <a:p>
            <a:endParaRPr/>
          </a:p>
        </p:txBody>
      </p:sp>
      <p:sp>
        <p:nvSpPr>
          <p:cNvPr id="69" name="Google Shape;69;p10"/>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2194560" y="1318262"/>
            <a:ext cx="39502080" cy="5486400"/>
          </a:xfrm>
          <a:prstGeom prst="rect">
            <a:avLst/>
          </a:prstGeom>
          <a:noFill/>
          <a:ln>
            <a:noFill/>
          </a:ln>
        </p:spPr>
        <p:txBody>
          <a:bodyPr spcFirstLastPara="1" wrap="square" lIns="438900" tIns="219450" rIns="438900" bIns="2194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11083289" y="-1207766"/>
            <a:ext cx="21724622" cy="39502080"/>
          </a:xfrm>
          <a:prstGeom prst="rect">
            <a:avLst/>
          </a:prstGeom>
          <a:noFill/>
          <a:ln>
            <a:noFill/>
          </a:ln>
        </p:spPr>
        <p:txBody>
          <a:bodyPr spcFirstLastPara="1" wrap="square" lIns="438900" tIns="219450" rIns="438900" bIns="21945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22715220" y="10424165"/>
            <a:ext cx="28087320" cy="9875520"/>
          </a:xfrm>
          <a:prstGeom prst="rect">
            <a:avLst/>
          </a:prstGeom>
          <a:noFill/>
          <a:ln>
            <a:noFill/>
          </a:ln>
        </p:spPr>
        <p:txBody>
          <a:bodyPr spcFirstLastPara="1" wrap="square" lIns="438900" tIns="219450" rIns="438900" bIns="2194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2598420" y="914405"/>
            <a:ext cx="28087320" cy="28895040"/>
          </a:xfrm>
          <a:prstGeom prst="rect">
            <a:avLst/>
          </a:prstGeom>
          <a:noFill/>
          <a:ln>
            <a:noFill/>
          </a:ln>
        </p:spPr>
        <p:txBody>
          <a:bodyPr spcFirstLastPara="1" wrap="square" lIns="438900" tIns="219450" rIns="438900" bIns="21945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2194560" y="1318262"/>
            <a:ext cx="39502080" cy="5486400"/>
          </a:xfrm>
          <a:prstGeom prst="rect">
            <a:avLst/>
          </a:prstGeom>
          <a:noFill/>
          <a:ln>
            <a:noFill/>
          </a:ln>
        </p:spPr>
        <p:txBody>
          <a:bodyPr spcFirstLastPara="1" wrap="square" lIns="438900" tIns="219450" rIns="438900" bIns="219450" anchor="ctr" anchorCtr="0">
            <a:normAutofit/>
          </a:bodyPr>
          <a:lstStyle>
            <a:lvl1pPr marR="0" lvl="0" algn="ctr" rtl="0">
              <a:spcBef>
                <a:spcPts val="0"/>
              </a:spcBef>
              <a:spcAft>
                <a:spcPts val="0"/>
              </a:spcAft>
              <a:buClr>
                <a:schemeClr val="dk1"/>
              </a:buClr>
              <a:buSzPts val="21100"/>
              <a:buFont typeface="Calibri"/>
              <a:buNone/>
              <a:defRPr sz="211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2194560" y="7680963"/>
            <a:ext cx="39502080" cy="21724622"/>
          </a:xfrm>
          <a:prstGeom prst="rect">
            <a:avLst/>
          </a:prstGeom>
          <a:noFill/>
          <a:ln>
            <a:noFill/>
          </a:ln>
        </p:spPr>
        <p:txBody>
          <a:bodyPr spcFirstLastPara="1" wrap="square" lIns="438900" tIns="219450" rIns="438900" bIns="219450" anchor="t" anchorCtr="0">
            <a:normAutofit/>
          </a:bodyPr>
          <a:lstStyle>
            <a:lvl1pPr marL="457200" marR="0" lvl="0" indent="-1206500" algn="l" rtl="0">
              <a:spcBef>
                <a:spcPts val="3080"/>
              </a:spcBef>
              <a:spcAft>
                <a:spcPts val="0"/>
              </a:spcAft>
              <a:buClr>
                <a:schemeClr val="dk1"/>
              </a:buClr>
              <a:buSzPts val="15400"/>
              <a:buFont typeface="Arial"/>
              <a:buChar char="•"/>
              <a:defRPr sz="15400" b="0" i="0" u="none" strike="noStrike" cap="none">
                <a:solidFill>
                  <a:schemeClr val="dk1"/>
                </a:solidFill>
                <a:latin typeface="Calibri"/>
                <a:ea typeface="Calibri"/>
                <a:cs typeface="Calibri"/>
                <a:sym typeface="Calibri"/>
              </a:defRPr>
            </a:lvl1pPr>
            <a:lvl2pPr marL="914400" marR="0" lvl="1" indent="-1079500" algn="l" rtl="0">
              <a:spcBef>
                <a:spcPts val="2680"/>
              </a:spcBef>
              <a:spcAft>
                <a:spcPts val="0"/>
              </a:spcAft>
              <a:buClr>
                <a:schemeClr val="dk1"/>
              </a:buClr>
              <a:buSzPts val="13400"/>
              <a:buFont typeface="Arial"/>
              <a:buChar char="–"/>
              <a:defRPr sz="13400" b="0" i="0" u="none" strike="noStrike" cap="none">
                <a:solidFill>
                  <a:schemeClr val="dk1"/>
                </a:solidFill>
                <a:latin typeface="Calibri"/>
                <a:ea typeface="Calibri"/>
                <a:cs typeface="Calibri"/>
                <a:sym typeface="Calibri"/>
              </a:defRPr>
            </a:lvl2pPr>
            <a:lvl3pPr marL="1371600" marR="0" lvl="2" indent="-958850" algn="l" rtl="0">
              <a:spcBef>
                <a:spcPts val="2300"/>
              </a:spcBef>
              <a:spcAft>
                <a:spcPts val="0"/>
              </a:spcAft>
              <a:buClr>
                <a:schemeClr val="dk1"/>
              </a:buClr>
              <a:buSzPts val="11500"/>
              <a:buFont typeface="Arial"/>
              <a:buChar char="•"/>
              <a:defRPr sz="11500" b="0" i="0" u="none" strike="noStrike" cap="none">
                <a:solidFill>
                  <a:schemeClr val="dk1"/>
                </a:solidFill>
                <a:latin typeface="Calibri"/>
                <a:ea typeface="Calibri"/>
                <a:cs typeface="Calibri"/>
                <a:sym typeface="Calibri"/>
              </a:defRPr>
            </a:lvl3pPr>
            <a:lvl4pPr marL="1828800" marR="0" lvl="3"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2194560" y="30510482"/>
            <a:ext cx="10241280" cy="1752600"/>
          </a:xfrm>
          <a:prstGeom prst="rect">
            <a:avLst/>
          </a:prstGeom>
          <a:noFill/>
          <a:ln>
            <a:noFill/>
          </a:ln>
        </p:spPr>
        <p:txBody>
          <a:bodyPr spcFirstLastPara="1" wrap="square" lIns="438900" tIns="219450" rIns="438900" bIns="219450" anchor="ctr" anchorCtr="0">
            <a:noAutofit/>
          </a:bodyPr>
          <a:lstStyle>
            <a:lvl1pPr marR="0" lvl="0" algn="l" rtl="0">
              <a:spcBef>
                <a:spcPts val="0"/>
              </a:spcBef>
              <a:spcAft>
                <a:spcPts val="0"/>
              </a:spcAft>
              <a:buSzPts val="1400"/>
              <a:buNone/>
              <a:defRPr sz="5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14996160" y="30510482"/>
            <a:ext cx="13898880" cy="1752600"/>
          </a:xfrm>
          <a:prstGeom prst="rect">
            <a:avLst/>
          </a:prstGeom>
          <a:noFill/>
          <a:ln>
            <a:noFill/>
          </a:ln>
        </p:spPr>
        <p:txBody>
          <a:bodyPr spcFirstLastPara="1" wrap="square" lIns="438900" tIns="219450" rIns="438900" bIns="219450" anchor="ctr" anchorCtr="0">
            <a:noAutofit/>
          </a:bodyPr>
          <a:lstStyle>
            <a:lvl1pPr marR="0" lvl="0" algn="ctr" rtl="0">
              <a:spcBef>
                <a:spcPts val="0"/>
              </a:spcBef>
              <a:spcAft>
                <a:spcPts val="0"/>
              </a:spcAft>
              <a:buSzPts val="1400"/>
              <a:buNone/>
              <a:defRPr sz="5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86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31455360" y="30510482"/>
            <a:ext cx="10241280" cy="1752600"/>
          </a:xfrm>
          <a:prstGeom prst="rect">
            <a:avLst/>
          </a:prstGeom>
          <a:noFill/>
          <a:ln>
            <a:noFill/>
          </a:ln>
        </p:spPr>
        <p:txBody>
          <a:bodyPr spcFirstLastPara="1" wrap="square" lIns="438900" tIns="219450" rIns="438900" bIns="219450" anchor="ctr" anchorCtr="0">
            <a:noAutofit/>
          </a:bodyPr>
          <a:lstStyle>
            <a:lvl1pPr marL="0" marR="0" lvl="0" indent="0" algn="r" rtl="0">
              <a:spcBef>
                <a:spcPts val="0"/>
              </a:spcBef>
              <a:buNone/>
              <a:defRPr sz="5800" b="0" i="0" u="none" strike="noStrike" cap="none">
                <a:solidFill>
                  <a:srgbClr val="888888"/>
                </a:solidFill>
                <a:latin typeface="Calibri"/>
                <a:ea typeface="Calibri"/>
                <a:cs typeface="Calibri"/>
                <a:sym typeface="Calibri"/>
              </a:defRPr>
            </a:lvl1pPr>
            <a:lvl2pPr marL="0" marR="0" lvl="1" indent="0" algn="r" rtl="0">
              <a:spcBef>
                <a:spcPts val="0"/>
              </a:spcBef>
              <a:buNone/>
              <a:defRPr sz="5800" b="0" i="0" u="none" strike="noStrike" cap="none">
                <a:solidFill>
                  <a:srgbClr val="888888"/>
                </a:solidFill>
                <a:latin typeface="Calibri"/>
                <a:ea typeface="Calibri"/>
                <a:cs typeface="Calibri"/>
                <a:sym typeface="Calibri"/>
              </a:defRPr>
            </a:lvl2pPr>
            <a:lvl3pPr marL="0" marR="0" lvl="2" indent="0" algn="r" rtl="0">
              <a:spcBef>
                <a:spcPts val="0"/>
              </a:spcBef>
              <a:buNone/>
              <a:defRPr sz="5800" b="0" i="0" u="none" strike="noStrike" cap="none">
                <a:solidFill>
                  <a:srgbClr val="888888"/>
                </a:solidFill>
                <a:latin typeface="Calibri"/>
                <a:ea typeface="Calibri"/>
                <a:cs typeface="Calibri"/>
                <a:sym typeface="Calibri"/>
              </a:defRPr>
            </a:lvl3pPr>
            <a:lvl4pPr marL="0" marR="0" lvl="3" indent="0" algn="r" rtl="0">
              <a:spcBef>
                <a:spcPts val="0"/>
              </a:spcBef>
              <a:buNone/>
              <a:defRPr sz="5800" b="0" i="0" u="none" strike="noStrike" cap="none">
                <a:solidFill>
                  <a:srgbClr val="888888"/>
                </a:solidFill>
                <a:latin typeface="Calibri"/>
                <a:ea typeface="Calibri"/>
                <a:cs typeface="Calibri"/>
                <a:sym typeface="Calibri"/>
              </a:defRPr>
            </a:lvl4pPr>
            <a:lvl5pPr marL="0" marR="0" lvl="4" indent="0" algn="r" rtl="0">
              <a:spcBef>
                <a:spcPts val="0"/>
              </a:spcBef>
              <a:buNone/>
              <a:defRPr sz="5800" b="0" i="0" u="none" strike="noStrike" cap="none">
                <a:solidFill>
                  <a:srgbClr val="888888"/>
                </a:solidFill>
                <a:latin typeface="Calibri"/>
                <a:ea typeface="Calibri"/>
                <a:cs typeface="Calibri"/>
                <a:sym typeface="Calibri"/>
              </a:defRPr>
            </a:lvl5pPr>
            <a:lvl6pPr marL="0" marR="0" lvl="5" indent="0" algn="r" rtl="0">
              <a:spcBef>
                <a:spcPts val="0"/>
              </a:spcBef>
              <a:buNone/>
              <a:defRPr sz="5800" b="0" i="0" u="none" strike="noStrike" cap="none">
                <a:solidFill>
                  <a:srgbClr val="888888"/>
                </a:solidFill>
                <a:latin typeface="Calibri"/>
                <a:ea typeface="Calibri"/>
                <a:cs typeface="Calibri"/>
                <a:sym typeface="Calibri"/>
              </a:defRPr>
            </a:lvl6pPr>
            <a:lvl7pPr marL="0" marR="0" lvl="6" indent="0" algn="r" rtl="0">
              <a:spcBef>
                <a:spcPts val="0"/>
              </a:spcBef>
              <a:buNone/>
              <a:defRPr sz="5800" b="0" i="0" u="none" strike="noStrike" cap="none">
                <a:solidFill>
                  <a:srgbClr val="888888"/>
                </a:solidFill>
                <a:latin typeface="Calibri"/>
                <a:ea typeface="Calibri"/>
                <a:cs typeface="Calibri"/>
                <a:sym typeface="Calibri"/>
              </a:defRPr>
            </a:lvl7pPr>
            <a:lvl8pPr marL="0" marR="0" lvl="7" indent="0" algn="r" rtl="0">
              <a:spcBef>
                <a:spcPts val="0"/>
              </a:spcBef>
              <a:buNone/>
              <a:defRPr sz="5800" b="0" i="0" u="none" strike="noStrike" cap="none">
                <a:solidFill>
                  <a:srgbClr val="888888"/>
                </a:solidFill>
                <a:latin typeface="Calibri"/>
                <a:ea typeface="Calibri"/>
                <a:cs typeface="Calibri"/>
                <a:sym typeface="Calibri"/>
              </a:defRPr>
            </a:lvl8pPr>
            <a:lvl9pPr marL="0" marR="0" lvl="8" indent="0" algn="r" rtl="0">
              <a:spcBef>
                <a:spcPts val="0"/>
              </a:spcBef>
              <a:buNone/>
              <a:defRPr sz="5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5" Type="http://schemas.openxmlformats.org/officeDocument/2006/relationships/image" Target="../media/image13.png"/><Relationship Id="rId10" Type="http://schemas.openxmlformats.org/officeDocument/2006/relationships/image" Target="../media/image8.jp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7"/>
        <p:cNvGrpSpPr/>
        <p:nvPr/>
      </p:nvGrpSpPr>
      <p:grpSpPr>
        <a:xfrm>
          <a:off x="0" y="0"/>
          <a:ext cx="0" cy="0"/>
          <a:chOff x="0" y="0"/>
          <a:chExt cx="0" cy="0"/>
        </a:xfrm>
      </p:grpSpPr>
      <p:sp>
        <p:nvSpPr>
          <p:cNvPr id="88" name="Google Shape;88;p13"/>
          <p:cNvSpPr>
            <a:spLocks noGrp="1" noRot="1" noMove="1" noResize="1" noEditPoints="1" noAdjustHandles="1" noChangeArrowheads="1" noChangeShapeType="1"/>
          </p:cNvSpPr>
          <p:nvPr/>
        </p:nvSpPr>
        <p:spPr>
          <a:xfrm>
            <a:off x="15062225" y="5693700"/>
            <a:ext cx="13738800" cy="26291400"/>
          </a:xfrm>
          <a:prstGeom prst="rect">
            <a:avLst/>
          </a:prstGeom>
          <a:solidFill>
            <a:srgbClr val="C2D1D8"/>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3"/>
          <p:cNvSpPr txBox="1"/>
          <p:nvPr/>
        </p:nvSpPr>
        <p:spPr>
          <a:xfrm>
            <a:off x="914400" y="5486400"/>
            <a:ext cx="13716000" cy="914400"/>
          </a:xfrm>
          <a:prstGeom prst="rect">
            <a:avLst/>
          </a:prstGeom>
          <a:noFill/>
          <a:ln>
            <a:noFill/>
          </a:ln>
        </p:spPr>
        <p:txBody>
          <a:bodyPr spcFirstLastPara="1" wrap="square" lIns="91425" tIns="91440" rIns="91425" bIns="91440" anchor="t" anchorCtr="0">
            <a:noAutofit/>
          </a:bodyPr>
          <a:lstStyle/>
          <a:p>
            <a:pPr marL="0" marR="0" lvl="0" indent="0" algn="l" rtl="0">
              <a:spcBef>
                <a:spcPts val="0"/>
              </a:spcBef>
              <a:spcAft>
                <a:spcPts val="0"/>
              </a:spcAft>
              <a:buNone/>
            </a:pPr>
            <a:r>
              <a:rPr lang="en-US" sz="5200" b="1" dirty="0">
                <a:solidFill>
                  <a:srgbClr val="595959"/>
                </a:solidFill>
                <a:latin typeface="Calibri"/>
                <a:ea typeface="Calibri"/>
                <a:cs typeface="Calibri"/>
                <a:sym typeface="Calibri"/>
              </a:rPr>
              <a:t>ABSTRACT</a:t>
            </a:r>
            <a:endParaRPr sz="5200" dirty="0">
              <a:solidFill>
                <a:srgbClr val="595959"/>
              </a:solidFill>
              <a:latin typeface="Calibri"/>
              <a:ea typeface="Calibri"/>
              <a:cs typeface="Calibri"/>
              <a:sym typeface="Calibri"/>
            </a:endParaRPr>
          </a:p>
        </p:txBody>
      </p:sp>
      <p:sp>
        <p:nvSpPr>
          <p:cNvPr id="90" name="Google Shape;90;p13"/>
          <p:cNvSpPr txBox="1"/>
          <p:nvPr/>
        </p:nvSpPr>
        <p:spPr>
          <a:xfrm>
            <a:off x="29307459" y="5932750"/>
            <a:ext cx="12937500" cy="9144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5200" b="1" dirty="0">
                <a:solidFill>
                  <a:srgbClr val="595959"/>
                </a:solidFill>
                <a:latin typeface="Calibri"/>
                <a:ea typeface="Calibri"/>
                <a:cs typeface="Calibri"/>
                <a:sym typeface="Calibri"/>
              </a:rPr>
              <a:t>RESULTS AND DISCUSSION</a:t>
            </a:r>
            <a:endParaRPr sz="5200" b="1" dirty="0">
              <a:solidFill>
                <a:srgbClr val="595959"/>
              </a:solidFill>
              <a:latin typeface="Calibri"/>
              <a:ea typeface="Calibri"/>
              <a:cs typeface="Calibri"/>
              <a:sym typeface="Calibri"/>
            </a:endParaRPr>
          </a:p>
          <a:p>
            <a:pPr marL="0" marR="0" lvl="0" indent="0" algn="l" rtl="0">
              <a:spcBef>
                <a:spcPts val="0"/>
              </a:spcBef>
              <a:spcAft>
                <a:spcPts val="0"/>
              </a:spcAft>
              <a:buNone/>
            </a:pPr>
            <a:endParaRPr sz="5200" b="1" dirty="0">
              <a:solidFill>
                <a:srgbClr val="595959"/>
              </a:solidFill>
            </a:endParaRPr>
          </a:p>
        </p:txBody>
      </p:sp>
      <p:sp>
        <p:nvSpPr>
          <p:cNvPr id="91" name="Google Shape;91;p13"/>
          <p:cNvSpPr txBox="1"/>
          <p:nvPr/>
        </p:nvSpPr>
        <p:spPr>
          <a:xfrm>
            <a:off x="29307459" y="25628043"/>
            <a:ext cx="12937500" cy="9144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5200" b="1" dirty="0">
                <a:solidFill>
                  <a:srgbClr val="595959"/>
                </a:solidFill>
                <a:latin typeface="Calibri"/>
                <a:ea typeface="Calibri"/>
                <a:cs typeface="Calibri"/>
                <a:sym typeface="Calibri"/>
              </a:rPr>
              <a:t>CONCLUSIONS AND FURTHER RESEARCH</a:t>
            </a:r>
            <a:endParaRPr sz="5200" dirty="0">
              <a:solidFill>
                <a:srgbClr val="595959"/>
              </a:solidFill>
              <a:latin typeface="Calibri"/>
              <a:ea typeface="Calibri"/>
              <a:cs typeface="Calibri"/>
              <a:sym typeface="Calibri"/>
            </a:endParaRPr>
          </a:p>
        </p:txBody>
      </p:sp>
      <p:sp>
        <p:nvSpPr>
          <p:cNvPr id="92" name="Google Shape;92;p13"/>
          <p:cNvSpPr txBox="1"/>
          <p:nvPr/>
        </p:nvSpPr>
        <p:spPr>
          <a:xfrm>
            <a:off x="28962825" y="26464000"/>
            <a:ext cx="13738800" cy="2678100"/>
          </a:xfrm>
          <a:prstGeom prst="rect">
            <a:avLst/>
          </a:prstGeom>
          <a:noFill/>
          <a:ln>
            <a:noFill/>
          </a:ln>
        </p:spPr>
        <p:txBody>
          <a:bodyPr spcFirstLastPara="1" wrap="square" lIns="457200" tIns="274300" rIns="457200" bIns="365750" anchor="t" anchorCtr="0">
            <a:spAutoFit/>
          </a:bodyPr>
          <a:lstStyle/>
          <a:p>
            <a:pPr marL="0" marR="0" lvl="0" indent="0" algn="just" rtl="0">
              <a:spcBef>
                <a:spcPts val="0"/>
              </a:spcBef>
              <a:spcAft>
                <a:spcPts val="0"/>
              </a:spcAft>
              <a:buNone/>
            </a:pPr>
            <a:r>
              <a:rPr lang="en-US" sz="3300" dirty="0">
                <a:solidFill>
                  <a:schemeClr val="dk1"/>
                </a:solidFill>
                <a:latin typeface="Calibri"/>
                <a:ea typeface="Calibri"/>
                <a:cs typeface="Calibri"/>
                <a:sym typeface="Calibri"/>
              </a:rPr>
              <a:t>In the coming weeks, I will continue to refine the project’s website, create a June newsletter, and begin engaging with the new Breathe Providence Facebook page. Expanding our social media presence will hopefully further our reach and allow community members to stay up to date with this work.</a:t>
            </a:r>
            <a:endParaRPr sz="3300" dirty="0">
              <a:solidFill>
                <a:schemeClr val="dk1"/>
              </a:solidFill>
              <a:latin typeface="Calibri"/>
              <a:ea typeface="Calibri"/>
              <a:cs typeface="Calibri"/>
              <a:sym typeface="Calibri"/>
            </a:endParaRPr>
          </a:p>
        </p:txBody>
      </p:sp>
      <p:sp>
        <p:nvSpPr>
          <p:cNvPr id="93" name="Google Shape;93;p13"/>
          <p:cNvSpPr txBox="1"/>
          <p:nvPr/>
        </p:nvSpPr>
        <p:spPr>
          <a:xfrm>
            <a:off x="28917200" y="28913500"/>
            <a:ext cx="9638400" cy="1708130"/>
          </a:xfrm>
          <a:prstGeom prst="rect">
            <a:avLst/>
          </a:prstGeom>
          <a:noFill/>
          <a:ln>
            <a:noFill/>
          </a:ln>
        </p:spPr>
        <p:txBody>
          <a:bodyPr spcFirstLastPara="1" wrap="square" lIns="457200" tIns="274300" rIns="457200" bIns="365750" anchor="t" anchorCtr="0">
            <a:spAutoFit/>
          </a:bodyPr>
          <a:lstStyle/>
          <a:p>
            <a:pPr marL="0" marR="0" lvl="0" indent="0" algn="l" rtl="0">
              <a:spcBef>
                <a:spcPts val="0"/>
              </a:spcBef>
              <a:spcAft>
                <a:spcPts val="0"/>
              </a:spcAft>
              <a:buNone/>
            </a:pPr>
            <a:r>
              <a:rPr lang="en-US" sz="4100" b="1" i="1" u="none" strike="noStrike" cap="none" dirty="0">
                <a:solidFill>
                  <a:srgbClr val="A0B7C1"/>
                </a:solidFill>
                <a:latin typeface="Calibri"/>
                <a:ea typeface="Calibri"/>
                <a:cs typeface="Calibri"/>
                <a:sym typeface="Calibri"/>
              </a:rPr>
              <a:t>A</a:t>
            </a:r>
            <a:r>
              <a:rPr lang="en-US" sz="4100" b="1" i="1" dirty="0">
                <a:solidFill>
                  <a:srgbClr val="A0B7C1"/>
                </a:solidFill>
                <a:latin typeface="Calibri"/>
                <a:ea typeface="Calibri"/>
                <a:cs typeface="Calibri"/>
                <a:sym typeface="Calibri"/>
              </a:rPr>
              <a:t>CKNOWLEDGMENTS</a:t>
            </a:r>
            <a:endParaRPr sz="1700" dirty="0">
              <a:solidFill>
                <a:srgbClr val="A0B7C1"/>
              </a:solidFill>
              <a:latin typeface="Calibri"/>
              <a:ea typeface="Calibri"/>
              <a:cs typeface="Calibri"/>
              <a:sym typeface="Calibri"/>
            </a:endParaRPr>
          </a:p>
          <a:p>
            <a:pPr marL="0" marR="0" lvl="0" indent="0" algn="just" rtl="0">
              <a:spcBef>
                <a:spcPts val="0"/>
              </a:spcBef>
              <a:spcAft>
                <a:spcPts val="0"/>
              </a:spcAft>
              <a:buNone/>
            </a:pPr>
            <a:r>
              <a:rPr lang="en-US" sz="2800" i="1" dirty="0">
                <a:solidFill>
                  <a:schemeClr val="dk1"/>
                </a:solidFill>
                <a:latin typeface="Calibri"/>
                <a:ea typeface="Calibri"/>
                <a:cs typeface="Calibri"/>
                <a:sym typeface="Calibri"/>
              </a:rPr>
              <a:t>[TEXT HERE]</a:t>
            </a:r>
            <a:endParaRPr sz="2900" b="1" i="1" dirty="0">
              <a:solidFill>
                <a:schemeClr val="dk1"/>
              </a:solidFill>
              <a:latin typeface="Calibri"/>
              <a:ea typeface="Calibri"/>
              <a:cs typeface="Calibri"/>
              <a:sym typeface="Calibri"/>
            </a:endParaRPr>
          </a:p>
        </p:txBody>
      </p:sp>
      <p:sp>
        <p:nvSpPr>
          <p:cNvPr id="94" name="Google Shape;94;p13"/>
          <p:cNvSpPr txBox="1">
            <a:spLocks noGrp="1" noRot="1" noMove="1" noResize="1" noEditPoints="1" noAdjustHandles="1" noChangeArrowheads="1" noChangeShapeType="1"/>
          </p:cNvSpPr>
          <p:nvPr/>
        </p:nvSpPr>
        <p:spPr>
          <a:xfrm>
            <a:off x="914400" y="914400"/>
            <a:ext cx="42062400" cy="4062610"/>
          </a:xfrm>
          <a:prstGeom prst="rect">
            <a:avLst/>
          </a:prstGeom>
          <a:solidFill>
            <a:srgbClr val="C2D1D8"/>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400" b="1" dirty="0">
              <a:solidFill>
                <a:schemeClr val="dk1"/>
              </a:solidFill>
              <a:latin typeface="Calibri"/>
              <a:ea typeface="Calibri"/>
              <a:cs typeface="Calibri"/>
              <a:sym typeface="Calibri"/>
            </a:endParaRPr>
          </a:p>
          <a:p>
            <a:pPr marL="0" marR="0" lvl="0" indent="0" algn="ctr" rtl="0">
              <a:spcBef>
                <a:spcPts val="0"/>
              </a:spcBef>
              <a:spcAft>
                <a:spcPts val="0"/>
              </a:spcAft>
              <a:buNone/>
            </a:pPr>
            <a:r>
              <a:rPr lang="en-US" sz="7000" b="1" dirty="0">
                <a:solidFill>
                  <a:schemeClr val="dk1"/>
                </a:solidFill>
                <a:latin typeface="Calibri"/>
                <a:ea typeface="Calibri"/>
                <a:cs typeface="Calibri"/>
                <a:sym typeface="Calibri"/>
              </a:rPr>
              <a:t>Breathe Providence: Towards a Distributed Method for </a:t>
            </a:r>
            <a:br>
              <a:rPr lang="en-US" sz="7000" b="1" dirty="0">
                <a:solidFill>
                  <a:schemeClr val="dk1"/>
                </a:solidFill>
                <a:latin typeface="Calibri"/>
                <a:ea typeface="Calibri"/>
                <a:cs typeface="Calibri"/>
                <a:sym typeface="Calibri"/>
              </a:rPr>
            </a:br>
            <a:r>
              <a:rPr lang="en-US" sz="7000" b="1" dirty="0">
                <a:solidFill>
                  <a:schemeClr val="dk1"/>
                </a:solidFill>
                <a:latin typeface="Calibri"/>
                <a:ea typeface="Calibri"/>
                <a:cs typeface="Calibri"/>
                <a:sym typeface="Calibri"/>
              </a:rPr>
              <a:t>Quantifying the Reliability of Low-Cost Air Quality Sensors</a:t>
            </a:r>
            <a:endParaRPr sz="7000" dirty="0">
              <a:solidFill>
                <a:schemeClr val="dk1"/>
              </a:solidFill>
              <a:latin typeface="Calibri"/>
              <a:ea typeface="Calibri"/>
              <a:cs typeface="Calibri"/>
              <a:sym typeface="Calibri"/>
            </a:endParaRPr>
          </a:p>
          <a:p>
            <a:pPr marL="0" marR="0" lvl="0" indent="0" algn="ctr" rtl="0">
              <a:spcBef>
                <a:spcPts val="1200"/>
              </a:spcBef>
              <a:spcAft>
                <a:spcPts val="0"/>
              </a:spcAft>
              <a:buNone/>
            </a:pPr>
            <a:r>
              <a:rPr lang="en-US" sz="5900" b="1" dirty="0">
                <a:solidFill>
                  <a:srgbClr val="595959"/>
                </a:solidFill>
                <a:latin typeface="Calibri"/>
                <a:ea typeface="Calibri"/>
                <a:cs typeface="Calibri"/>
                <a:sym typeface="Calibri"/>
              </a:rPr>
              <a:t>Mike Woodilla — Advisor: Professor Meredith Hastings</a:t>
            </a:r>
            <a:endParaRPr sz="3000" dirty="0">
              <a:solidFill>
                <a:schemeClr val="dk1"/>
              </a:solidFill>
              <a:latin typeface="Calibri"/>
              <a:ea typeface="Calibri"/>
              <a:cs typeface="Calibri"/>
              <a:sym typeface="Calibri"/>
            </a:endParaRPr>
          </a:p>
          <a:p>
            <a:pPr marL="0" marR="0" lvl="0" indent="0" algn="ctr" rtl="0">
              <a:spcBef>
                <a:spcPts val="1200"/>
              </a:spcBef>
              <a:spcAft>
                <a:spcPts val="0"/>
              </a:spcAft>
              <a:buNone/>
            </a:pPr>
            <a:endParaRPr sz="1500" dirty="0">
              <a:solidFill>
                <a:schemeClr val="dk1"/>
              </a:solidFill>
              <a:latin typeface="Calibri"/>
              <a:ea typeface="Calibri"/>
              <a:cs typeface="Calibri"/>
              <a:sym typeface="Calibri"/>
            </a:endParaRPr>
          </a:p>
        </p:txBody>
      </p:sp>
      <p:pic>
        <p:nvPicPr>
          <p:cNvPr id="95" name="Google Shape;95;p13"/>
          <p:cNvPicPr preferRelativeResize="0">
            <a:picLocks noChangeAspect="1"/>
          </p:cNvPicPr>
          <p:nvPr/>
        </p:nvPicPr>
        <p:blipFill rotWithShape="1">
          <a:blip r:embed="rId3">
            <a:alphaModFix/>
          </a:blip>
          <a:srcRect/>
          <a:stretch/>
        </p:blipFill>
        <p:spPr>
          <a:xfrm>
            <a:off x="1828800" y="1554480"/>
            <a:ext cx="7132320" cy="2743200"/>
          </a:xfrm>
          <a:prstGeom prst="rect">
            <a:avLst/>
          </a:prstGeom>
          <a:noFill/>
          <a:ln>
            <a:noFill/>
          </a:ln>
        </p:spPr>
      </p:pic>
      <p:sp>
        <p:nvSpPr>
          <p:cNvPr id="97" name="Google Shape;97;p13"/>
          <p:cNvSpPr txBox="1"/>
          <p:nvPr/>
        </p:nvSpPr>
        <p:spPr>
          <a:xfrm>
            <a:off x="29368725" y="14984975"/>
            <a:ext cx="13512000" cy="40329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Clr>
                <a:schemeClr val="dk1"/>
              </a:buClr>
              <a:buSzPts val="1100"/>
              <a:buFont typeface="Arial"/>
              <a:buNone/>
            </a:pPr>
            <a:r>
              <a:rPr lang="en-US" sz="2500" i="1" u="sng" dirty="0">
                <a:solidFill>
                  <a:schemeClr val="dk1"/>
                </a:solidFill>
                <a:latin typeface="Calibri"/>
                <a:ea typeface="Calibri"/>
                <a:cs typeface="Calibri"/>
                <a:sym typeface="Calibri"/>
              </a:rPr>
              <a:t>Above</a:t>
            </a:r>
            <a:r>
              <a:rPr lang="en-US" sz="2500" i="1" dirty="0">
                <a:solidFill>
                  <a:schemeClr val="dk1"/>
                </a:solidFill>
                <a:latin typeface="Calibri"/>
                <a:ea typeface="Calibri"/>
                <a:cs typeface="Calibri"/>
                <a:sym typeface="Calibri"/>
              </a:rPr>
              <a:t>: Open and click rates for the March 2023 quarterly newsletter, in comparison to average non-profit newsletters’ performance. As of late April, the newsletter has an audience of 45 people. </a:t>
            </a:r>
            <a:r>
              <a:rPr lang="en-US" sz="2500" i="1" u="sng" dirty="0">
                <a:solidFill>
                  <a:schemeClr val="dk1"/>
                </a:solidFill>
                <a:latin typeface="Calibri"/>
                <a:ea typeface="Calibri"/>
                <a:cs typeface="Calibri"/>
                <a:sym typeface="Calibri"/>
              </a:rPr>
              <a:t>Below</a:t>
            </a:r>
            <a:r>
              <a:rPr lang="en-US" sz="2500" i="1" dirty="0">
                <a:solidFill>
                  <a:schemeClr val="dk1"/>
                </a:solidFill>
                <a:latin typeface="Calibri"/>
                <a:ea typeface="Calibri"/>
                <a:cs typeface="Calibri"/>
                <a:sym typeface="Calibri"/>
              </a:rPr>
              <a:t>: Breakdown of which pages on breatheprovidence.com have received the most views since December 20, 2022 (around the beginning of the website’s publication). Our home page has received the most traffic, followed by Data, Meet the Team, Our Monitors, and an interview by South Providence Neighborhood Association President Dwayne Keys. This graph highlights how our audience is engaging with both the scientific and community aspects of our project. However, since the scientific pages do receive higher traffic overall, it may be wise to cater more of our content to audiences interested in this type of information. At the same time, this data may also emphasize our need to continue refining and promoting our community-related material so as to attract a wider audience with these interests.</a:t>
            </a:r>
            <a:endParaRPr sz="2500" i="1" dirty="0">
              <a:solidFill>
                <a:schemeClr val="dk1"/>
              </a:solidFill>
              <a:latin typeface="Calibri"/>
              <a:ea typeface="Calibri"/>
              <a:cs typeface="Calibri"/>
              <a:sym typeface="Calibri"/>
            </a:endParaRPr>
          </a:p>
        </p:txBody>
      </p:sp>
      <p:sp>
        <p:nvSpPr>
          <p:cNvPr id="98" name="Google Shape;98;p13"/>
          <p:cNvSpPr txBox="1"/>
          <p:nvPr/>
        </p:nvSpPr>
        <p:spPr>
          <a:xfrm>
            <a:off x="914400" y="6309360"/>
            <a:ext cx="13716000" cy="19842480"/>
          </a:xfrm>
          <a:prstGeom prst="rect">
            <a:avLst/>
          </a:prstGeom>
          <a:noFill/>
          <a:ln>
            <a:noFill/>
          </a:ln>
        </p:spPr>
        <p:txBody>
          <a:bodyPr spcFirstLastPara="1" wrap="square" lIns="91440" tIns="91440" rIns="91440" bIns="91440" anchor="t" anchorCtr="0">
            <a:spAutoFit/>
          </a:bodyPr>
          <a:lstStyle/>
          <a:p>
            <a:pPr marL="0" lvl="0" indent="0" algn="just" rtl="0">
              <a:spcBef>
                <a:spcPts val="0"/>
              </a:spcBef>
              <a:spcAft>
                <a:spcPts val="0"/>
              </a:spcAft>
              <a:buClr>
                <a:schemeClr val="dk1"/>
              </a:buClr>
              <a:buSzPts val="1100"/>
              <a:buFont typeface="Arial"/>
              <a:buNone/>
            </a:pPr>
            <a:r>
              <a:rPr lang="en-US" sz="3300" dirty="0">
                <a:latin typeface="Calibri"/>
                <a:ea typeface="Calibri"/>
                <a:cs typeface="Calibri"/>
                <a:sym typeface="Calibri"/>
              </a:rPr>
              <a:t>Low-cost sensors for measuring common air pollutants have made urban air quality research possible at high spatial and temporal resolution. This high-resolution data can be used to identify air quality events and trends at scales that are impractical for expensive reference-grade instruments to measure, however calibration of low-cost sensors remains challenging. Sensor applications in large distributed air quality monitoring networks further complicate calibration needs – laboratory calibration translates poorly after sensor deployment and requires downtime for every sensor in the network, and in situ gas calibration requires frequent site visits to account for seasonal interferences to sensor measurements. </a:t>
            </a:r>
            <a:r>
              <a:rPr lang="en-US" sz="3300" dirty="0" err="1">
                <a:latin typeface="Calibri"/>
                <a:ea typeface="Calibri"/>
                <a:cs typeface="Calibri"/>
                <a:sym typeface="Calibri"/>
              </a:rPr>
              <a:t>Alphasense</a:t>
            </a:r>
            <a:r>
              <a:rPr lang="en-US" sz="3300" dirty="0">
                <a:latin typeface="Calibri"/>
                <a:ea typeface="Calibri"/>
                <a:cs typeface="Calibri"/>
                <a:sym typeface="Calibri"/>
              </a:rPr>
              <a:t> electrochemical gas sensors and </a:t>
            </a:r>
            <a:r>
              <a:rPr lang="en-US" sz="3300" dirty="0" err="1">
                <a:latin typeface="Calibri"/>
                <a:ea typeface="Calibri"/>
                <a:cs typeface="Calibri"/>
                <a:sym typeface="Calibri"/>
              </a:rPr>
              <a:t>Plantower</a:t>
            </a:r>
            <a:r>
              <a:rPr lang="en-US" sz="3300" dirty="0">
                <a:latin typeface="Calibri"/>
                <a:ea typeface="Calibri"/>
                <a:cs typeface="Calibri"/>
                <a:sym typeface="Calibri"/>
              </a:rPr>
              <a:t> nephelometric particulate matter sensors are also known to be cross-sensitive to temperature and relative humidity, which are seasonally-dependent and can cause poor sensor performance, especially in summer months, and induce drift over time.</a:t>
            </a:r>
          </a:p>
          <a:p>
            <a:pPr marL="0" lvl="0" indent="0" algn="just" rtl="0">
              <a:spcBef>
                <a:spcPts val="0"/>
              </a:spcBef>
              <a:spcAft>
                <a:spcPts val="0"/>
              </a:spcAft>
              <a:buClr>
                <a:schemeClr val="dk1"/>
              </a:buClr>
              <a:buSzPts val="1100"/>
              <a:buFont typeface="Arial"/>
              <a:buNone/>
            </a:pPr>
            <a:endParaRPr lang="en-US" sz="3300" dirty="0">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r>
              <a:rPr lang="en-US" sz="3300" dirty="0">
                <a:latin typeface="Calibri"/>
                <a:ea typeface="Calibri"/>
                <a:cs typeface="Calibri"/>
                <a:sym typeface="Calibri"/>
              </a:rPr>
              <a:t>This project seeks to characterize the reliability of carbon monoxide and fine particulate matter (FPM) sensors in the Breathe Providence air quality monitoring network using distributed methods. Reliability of </a:t>
            </a:r>
            <a:r>
              <a:rPr lang="en-US" sz="3300" dirty="0" err="1">
                <a:latin typeface="Calibri"/>
                <a:ea typeface="Calibri"/>
                <a:cs typeface="Calibri"/>
                <a:sym typeface="Calibri"/>
              </a:rPr>
              <a:t>Alphasense</a:t>
            </a:r>
            <a:r>
              <a:rPr lang="en-US" sz="3300" dirty="0">
                <a:latin typeface="Calibri"/>
                <a:ea typeface="Calibri"/>
                <a:cs typeface="Calibri"/>
                <a:sym typeface="Calibri"/>
              </a:rPr>
              <a:t> CO-B4 carbon monoxide sensors is examined over time with respect to season and length of sensor deployment (i.e. sensor age). Time series and distribution drift (binned by season and month since sensor deployment) are quantified using residual values and f-Divergences compared to reference distributions. Due to the limited availability of reference-grade air quality monitoring stations operated by the Environmental Protection Agency in the city of Providence, the first year of sensor deployment data is used as a reference (with measurement data matched with reference data from the same datetime of the reference year, to account for seasonal signal variation), alongside real-time reference data from the Rhode Island Department of Environmental Management’s Cranston and East Providence sensor locations. </a:t>
            </a:r>
          </a:p>
          <a:p>
            <a:pPr marL="0" lvl="0" indent="0" algn="just" rtl="0">
              <a:spcBef>
                <a:spcPts val="0"/>
              </a:spcBef>
              <a:spcAft>
                <a:spcPts val="0"/>
              </a:spcAft>
              <a:buClr>
                <a:schemeClr val="dk1"/>
              </a:buClr>
              <a:buSzPts val="1100"/>
              <a:buFont typeface="Arial"/>
              <a:buNone/>
            </a:pPr>
            <a:endParaRPr lang="en-US" sz="3300" dirty="0">
              <a:latin typeface="Calibri"/>
              <a:ea typeface="Calibri"/>
              <a:cs typeface="Calibri"/>
              <a:sym typeface="Calibri"/>
            </a:endParaRPr>
          </a:p>
          <a:p>
            <a:pPr marL="0" lvl="0" indent="0" algn="just" rtl="0">
              <a:spcBef>
                <a:spcPts val="0"/>
              </a:spcBef>
              <a:spcAft>
                <a:spcPts val="0"/>
              </a:spcAft>
              <a:buClr>
                <a:schemeClr val="dk1"/>
              </a:buClr>
              <a:buSzPts val="1100"/>
              <a:buFont typeface="Arial"/>
              <a:buNone/>
            </a:pPr>
            <a:r>
              <a:rPr lang="en-US" sz="3300" dirty="0">
                <a:latin typeface="Calibri"/>
                <a:ea typeface="Calibri"/>
                <a:cs typeface="Calibri"/>
                <a:sym typeface="Calibri"/>
              </a:rPr>
              <a:t>These methods for characterizing sensor reliability are subsequently applied to the Breathe Providence network’s fine particulate matter (FPM) sensors. FPM is defined as aerosolized particle pollution less than 10 micrometers in diameter; it is classified into size bins of PM1 (&lt;1µm), PM2.5 (&lt;2.5µm), and PM10 (&lt;10µm) and presents unique public health concerns. FPM is linked with higher rates of asthma, decreased lung function, increased heart attack risk, and premature death for individuals with preexisting cardiovascular problems. These adverse effects underlie this project’s investigation of sensor reliability and data quality assurance.</a:t>
            </a:r>
          </a:p>
        </p:txBody>
      </p:sp>
      <p:sp>
        <p:nvSpPr>
          <p:cNvPr id="99" name="Google Shape;99;p13"/>
          <p:cNvSpPr txBox="1"/>
          <p:nvPr/>
        </p:nvSpPr>
        <p:spPr>
          <a:xfrm>
            <a:off x="914400" y="27066240"/>
            <a:ext cx="13716000" cy="4139564"/>
          </a:xfrm>
          <a:prstGeom prst="rect">
            <a:avLst/>
          </a:prstGeom>
          <a:noFill/>
          <a:ln>
            <a:noFill/>
          </a:ln>
        </p:spPr>
        <p:txBody>
          <a:bodyPr spcFirstLastPara="1" wrap="square" lIns="91425" tIns="91425" rIns="91425" bIns="91425" anchor="t" anchorCtr="0">
            <a:spAutoFit/>
          </a:bodyPr>
          <a:lstStyle/>
          <a:p>
            <a:pPr marL="457200" lvl="0" indent="-457200" algn="just" rtl="0">
              <a:spcBef>
                <a:spcPts val="0"/>
              </a:spcBef>
              <a:spcAft>
                <a:spcPts val="0"/>
              </a:spcAft>
              <a:buFont typeface="Arial" panose="020B0604020202020204" pitchFamily="34" charset="0"/>
              <a:buChar char="•"/>
            </a:pPr>
            <a:r>
              <a:rPr lang="en-US" sz="3200" dirty="0">
                <a:solidFill>
                  <a:schemeClr val="dk1"/>
                </a:solidFill>
                <a:latin typeface="Calibri"/>
                <a:ea typeface="Calibri"/>
                <a:cs typeface="Calibri"/>
                <a:sym typeface="Calibri"/>
              </a:rPr>
              <a:t>To characterize the long-term deployment reliability of Breathe Providence Network CO and FPM sensors using existing frameworks. </a:t>
            </a:r>
          </a:p>
          <a:p>
            <a:pPr marL="457200" lvl="0" indent="-457200" algn="just" rtl="0">
              <a:spcBef>
                <a:spcPts val="0"/>
              </a:spcBef>
              <a:spcAft>
                <a:spcPts val="0"/>
              </a:spcAft>
              <a:buFont typeface="Arial" panose="020B0604020202020204" pitchFamily="34" charset="0"/>
              <a:buChar char="•"/>
            </a:pPr>
            <a:r>
              <a:rPr lang="en-US" sz="3200" dirty="0">
                <a:solidFill>
                  <a:schemeClr val="dk1"/>
                </a:solidFill>
                <a:latin typeface="Calibri"/>
                <a:ea typeface="Calibri"/>
                <a:cs typeface="Calibri"/>
                <a:sym typeface="Calibri"/>
              </a:rPr>
              <a:t>To develop a new framework for sensor reliability characterization that minimally relies on external reference measurements. </a:t>
            </a:r>
          </a:p>
          <a:p>
            <a:pPr marL="457200" lvl="0" indent="-457200" algn="just" rtl="0">
              <a:spcBef>
                <a:spcPts val="0"/>
              </a:spcBef>
              <a:spcAft>
                <a:spcPts val="0"/>
              </a:spcAft>
              <a:buFont typeface="Arial" panose="020B0604020202020204" pitchFamily="34" charset="0"/>
              <a:buChar char="•"/>
            </a:pPr>
            <a:r>
              <a:rPr lang="en-US" sz="3200" dirty="0">
                <a:solidFill>
                  <a:schemeClr val="dk1"/>
                </a:solidFill>
                <a:latin typeface="Calibri"/>
                <a:ea typeface="Calibri"/>
                <a:cs typeface="Calibri"/>
                <a:sym typeface="Calibri"/>
              </a:rPr>
              <a:t>To test this developed framework against existing reliability characterizations.</a:t>
            </a:r>
          </a:p>
          <a:p>
            <a:pPr marL="457200" lvl="0" indent="-457200" algn="just" rtl="0">
              <a:spcBef>
                <a:spcPts val="0"/>
              </a:spcBef>
              <a:spcAft>
                <a:spcPts val="0"/>
              </a:spcAft>
              <a:buFont typeface="Arial" panose="020B0604020202020204" pitchFamily="34" charset="0"/>
              <a:buChar char="•"/>
            </a:pPr>
            <a:r>
              <a:rPr lang="en-US" sz="3200" dirty="0">
                <a:solidFill>
                  <a:schemeClr val="dk1"/>
                </a:solidFill>
                <a:latin typeface="Calibri"/>
                <a:ea typeface="Calibri"/>
                <a:cs typeface="Calibri"/>
                <a:sym typeface="Calibri"/>
              </a:rPr>
              <a:t>To apply this new framework to the Breathe Providence Network and report findings. </a:t>
            </a:r>
          </a:p>
          <a:p>
            <a:pPr marL="457200" lvl="0" indent="-457200" algn="just" rtl="0">
              <a:spcBef>
                <a:spcPts val="0"/>
              </a:spcBef>
              <a:spcAft>
                <a:spcPts val="0"/>
              </a:spcAft>
              <a:buFont typeface="Arial" panose="020B0604020202020204" pitchFamily="34" charset="0"/>
              <a:buChar char="•"/>
            </a:pPr>
            <a:endParaRPr sz="3300" dirty="0">
              <a:solidFill>
                <a:schemeClr val="dk1"/>
              </a:solidFill>
              <a:latin typeface="Calibri"/>
              <a:ea typeface="Calibri"/>
              <a:cs typeface="Calibri"/>
              <a:sym typeface="Calibri"/>
            </a:endParaRPr>
          </a:p>
        </p:txBody>
      </p:sp>
      <p:sp>
        <p:nvSpPr>
          <p:cNvPr id="100" name="Google Shape;100;p13"/>
          <p:cNvSpPr txBox="1"/>
          <p:nvPr/>
        </p:nvSpPr>
        <p:spPr>
          <a:xfrm>
            <a:off x="15453360" y="13167360"/>
            <a:ext cx="12937500" cy="881776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US" sz="3300" dirty="0">
                <a:solidFill>
                  <a:schemeClr val="dk1"/>
                </a:solidFill>
                <a:latin typeface="Calibri"/>
                <a:ea typeface="Calibri"/>
                <a:cs typeface="Calibri"/>
                <a:sym typeface="Calibri"/>
              </a:rPr>
              <a:t>Using the reliability characterization method proposed by Winter et. al., correlation statistics are plotted over duration of deployment for [the Myron sensor]. We find strong residual correlation with reference for this particular sensor over time, however this method does not generalize to data from sensor locations which do not have reliable reference measurements. We therefore estimate the probability density function (PDF) of sensor observations for each month of deployment and characterize the divergence between reference and measurement distributions using </a:t>
            </a:r>
            <a:r>
              <a:rPr lang="en-US" sz="3300" dirty="0" err="1">
                <a:solidFill>
                  <a:schemeClr val="dk1"/>
                </a:solidFill>
                <a:latin typeface="Calibri"/>
                <a:ea typeface="Calibri"/>
                <a:cs typeface="Calibri"/>
                <a:sym typeface="Calibri"/>
              </a:rPr>
              <a:t>Kullback</a:t>
            </a:r>
            <a:r>
              <a:rPr lang="en-US" sz="3300" dirty="0">
                <a:solidFill>
                  <a:schemeClr val="dk1"/>
                </a:solidFill>
                <a:latin typeface="Calibri"/>
                <a:ea typeface="Calibri"/>
                <a:cs typeface="Calibri"/>
                <a:sym typeface="Calibri"/>
              </a:rPr>
              <a:t>-Liebler, Hellinger, and Euclidean divergences. PDFs are estimated via a discrete histogram approximation with bin width set to 0.05 ppm; this approximation granularity was found to be necessary to reduce sensor noise uptake in the distribution estimation and to prevent floating-point arithmetic underflow. Since low-cost sensors are likely to be inaccurate at high temperature and relative humidity values, we compare residual correlation and PDF divergence with and without a meteorological filter which excludes observations at Temp &gt; 30°C and RH &gt; 0.75. </a:t>
            </a:r>
            <a:endParaRPr sz="3300" dirty="0">
              <a:solidFill>
                <a:schemeClr val="dk1"/>
              </a:solidFill>
              <a:latin typeface="Calibri"/>
              <a:ea typeface="Calibri"/>
              <a:cs typeface="Calibri"/>
              <a:sym typeface="Calibri"/>
            </a:endParaRPr>
          </a:p>
        </p:txBody>
      </p:sp>
      <p:pic>
        <p:nvPicPr>
          <p:cNvPr id="101" name="Google Shape;101;p13" descr="User with solid fill"/>
          <p:cNvPicPr preferRelativeResize="0"/>
          <p:nvPr/>
        </p:nvPicPr>
        <p:blipFill>
          <a:blip r:embed="rId4">
            <a:extLst>
              <a:ext uri="{96DAC541-7B7A-43D3-8B79-37D633B846F1}">
                <asvg:svgBlip xmlns:asvg="http://schemas.microsoft.com/office/drawing/2016/SVG/main" r:embed="rId5"/>
              </a:ext>
            </a:extLst>
          </a:blip>
          <a:srcRect l="1765" r="1765"/>
          <a:stretch/>
        </p:blipFill>
        <p:spPr>
          <a:xfrm>
            <a:off x="39170900" y="1280160"/>
            <a:ext cx="3385500" cy="3509400"/>
          </a:xfrm>
          <a:prstGeom prst="ellipse">
            <a:avLst/>
          </a:prstGeom>
          <a:noFill/>
          <a:ln>
            <a:noFill/>
          </a:ln>
        </p:spPr>
      </p:pic>
      <p:sp>
        <p:nvSpPr>
          <p:cNvPr id="102" name="Google Shape;102;p13"/>
          <p:cNvSpPr txBox="1"/>
          <p:nvPr/>
        </p:nvSpPr>
        <p:spPr>
          <a:xfrm>
            <a:off x="33284160" y="2468880"/>
            <a:ext cx="5750700" cy="1892785"/>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3900" dirty="0">
                <a:latin typeface="Calibri"/>
                <a:ea typeface="Calibri"/>
                <a:cs typeface="Calibri"/>
                <a:sym typeface="Calibri"/>
              </a:rPr>
              <a:t>Junior studying </a:t>
            </a:r>
          </a:p>
          <a:p>
            <a:pPr marL="0" marR="0" lvl="0" indent="0" algn="r" rtl="0">
              <a:lnSpc>
                <a:spcPct val="100000"/>
              </a:lnSpc>
              <a:spcBef>
                <a:spcPts val="0"/>
              </a:spcBef>
              <a:spcAft>
                <a:spcPts val="0"/>
              </a:spcAft>
              <a:buNone/>
            </a:pPr>
            <a:r>
              <a:rPr lang="en-US" sz="3900" dirty="0">
                <a:latin typeface="Calibri"/>
                <a:ea typeface="Calibri"/>
                <a:cs typeface="Calibri"/>
                <a:sym typeface="Calibri"/>
              </a:rPr>
              <a:t>Mathematics and </a:t>
            </a:r>
          </a:p>
          <a:p>
            <a:pPr marL="0" marR="0" lvl="0" indent="0" algn="r" rtl="0">
              <a:lnSpc>
                <a:spcPct val="100000"/>
              </a:lnSpc>
              <a:spcBef>
                <a:spcPts val="0"/>
              </a:spcBef>
              <a:spcAft>
                <a:spcPts val="0"/>
              </a:spcAft>
              <a:buNone/>
            </a:pPr>
            <a:r>
              <a:rPr lang="en-US" sz="3900" dirty="0">
                <a:latin typeface="Calibri"/>
                <a:ea typeface="Calibri"/>
                <a:cs typeface="Calibri"/>
                <a:sym typeface="Calibri"/>
              </a:rPr>
              <a:t>Computer Science</a:t>
            </a:r>
            <a:endParaRPr sz="900" dirty="0">
              <a:latin typeface="Calibri"/>
              <a:ea typeface="Calibri"/>
              <a:cs typeface="Calibri"/>
              <a:sym typeface="Calibri"/>
            </a:endParaRPr>
          </a:p>
        </p:txBody>
      </p:sp>
      <p:sp>
        <p:nvSpPr>
          <p:cNvPr id="104" name="Google Shape;104;p13"/>
          <p:cNvSpPr txBox="1"/>
          <p:nvPr/>
        </p:nvSpPr>
        <p:spPr>
          <a:xfrm>
            <a:off x="914400" y="26151840"/>
            <a:ext cx="5750700" cy="985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5200" b="1" dirty="0">
                <a:solidFill>
                  <a:srgbClr val="595959"/>
                </a:solidFill>
                <a:latin typeface="Calibri"/>
                <a:ea typeface="Calibri"/>
                <a:cs typeface="Calibri"/>
                <a:sym typeface="Calibri"/>
              </a:rPr>
              <a:t>OBJECTIVES</a:t>
            </a:r>
            <a:endParaRPr sz="5200" dirty="0">
              <a:solidFill>
                <a:srgbClr val="595959"/>
              </a:solidFill>
              <a:latin typeface="Calibri"/>
              <a:ea typeface="Calibri"/>
              <a:cs typeface="Calibri"/>
              <a:sym typeface="Calibri"/>
            </a:endParaRPr>
          </a:p>
        </p:txBody>
      </p:sp>
      <p:sp>
        <p:nvSpPr>
          <p:cNvPr id="105" name="Google Shape;105;p13"/>
          <p:cNvSpPr txBox="1"/>
          <p:nvPr/>
        </p:nvSpPr>
        <p:spPr>
          <a:xfrm>
            <a:off x="15523650" y="30811150"/>
            <a:ext cx="12843900" cy="5694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1000"/>
              </a:spcAft>
              <a:buClr>
                <a:schemeClr val="dk1"/>
              </a:buClr>
              <a:buSzPts val="1100"/>
              <a:buFont typeface="Arial"/>
              <a:buNone/>
            </a:pPr>
            <a:r>
              <a:rPr lang="en-US" sz="2500" i="1">
                <a:solidFill>
                  <a:schemeClr val="dk1"/>
                </a:solidFill>
                <a:latin typeface="Calibri"/>
                <a:ea typeface="Calibri"/>
                <a:cs typeface="Calibri"/>
                <a:sym typeface="Calibri"/>
              </a:rPr>
              <a:t>Introduction to Our Monitors page on breatheprovidence.com.</a:t>
            </a:r>
            <a:endParaRPr sz="2500" i="1">
              <a:solidFill>
                <a:schemeClr val="dk1"/>
              </a:solidFill>
              <a:latin typeface="Calibri"/>
              <a:ea typeface="Calibri"/>
              <a:cs typeface="Calibri"/>
              <a:sym typeface="Calibri"/>
            </a:endParaRPr>
          </a:p>
        </p:txBody>
      </p:sp>
      <p:pic>
        <p:nvPicPr>
          <p:cNvPr id="106" name="Google Shape;106;p13"/>
          <p:cNvPicPr preferRelativeResize="0"/>
          <p:nvPr/>
        </p:nvPicPr>
        <p:blipFill rotWithShape="1">
          <a:blip r:embed="rId6">
            <a:alphaModFix/>
          </a:blip>
          <a:srcRect l="52459" t="8080" r="2444" b="1527"/>
          <a:stretch/>
        </p:blipFill>
        <p:spPr>
          <a:xfrm>
            <a:off x="29406650" y="7068225"/>
            <a:ext cx="6749937" cy="6873663"/>
          </a:xfrm>
          <a:prstGeom prst="rect">
            <a:avLst/>
          </a:prstGeom>
          <a:noFill/>
          <a:ln>
            <a:noFill/>
          </a:ln>
        </p:spPr>
      </p:pic>
      <p:pic>
        <p:nvPicPr>
          <p:cNvPr id="107" name="Google Shape;107;p13"/>
          <p:cNvPicPr preferRelativeResize="0"/>
          <p:nvPr/>
        </p:nvPicPr>
        <p:blipFill rotWithShape="1">
          <a:blip r:embed="rId7">
            <a:alphaModFix/>
          </a:blip>
          <a:srcRect l="1805" t="1318" r="2160" b="1754"/>
          <a:stretch/>
        </p:blipFill>
        <p:spPr>
          <a:xfrm>
            <a:off x="35991792" y="7068225"/>
            <a:ext cx="6709832" cy="6810700"/>
          </a:xfrm>
          <a:prstGeom prst="rect">
            <a:avLst/>
          </a:prstGeom>
          <a:noFill/>
          <a:ln>
            <a:noFill/>
          </a:ln>
        </p:spPr>
      </p:pic>
      <p:pic>
        <p:nvPicPr>
          <p:cNvPr id="108" name="Google Shape;108;p13"/>
          <p:cNvPicPr preferRelativeResize="0"/>
          <p:nvPr/>
        </p:nvPicPr>
        <p:blipFill rotWithShape="1">
          <a:blip r:embed="rId8">
            <a:alphaModFix/>
          </a:blip>
          <a:srcRect l="31778" t="6009" r="31090" b="19284"/>
          <a:stretch/>
        </p:blipFill>
        <p:spPr>
          <a:xfrm>
            <a:off x="38926100" y="28956675"/>
            <a:ext cx="3255790" cy="3315530"/>
          </a:xfrm>
          <a:prstGeom prst="rect">
            <a:avLst/>
          </a:prstGeom>
          <a:noFill/>
          <a:ln w="28575" cap="flat" cmpd="sng">
            <a:noFill/>
            <a:prstDash val="solid"/>
            <a:round/>
            <a:headEnd type="none" w="sm" len="sm"/>
            <a:tailEnd type="none" w="sm" len="sm"/>
          </a:ln>
        </p:spPr>
      </p:pic>
      <p:pic>
        <p:nvPicPr>
          <p:cNvPr id="112" name="Google Shape;112;p13"/>
          <p:cNvPicPr preferRelativeResize="0"/>
          <p:nvPr/>
        </p:nvPicPr>
        <p:blipFill rotWithShape="1">
          <a:blip r:embed="rId9">
            <a:alphaModFix/>
          </a:blip>
          <a:srcRect l="1912" t="60581" b="15256"/>
          <a:stretch/>
        </p:blipFill>
        <p:spPr>
          <a:xfrm>
            <a:off x="29406650" y="14197786"/>
            <a:ext cx="12231926" cy="569400"/>
          </a:xfrm>
          <a:prstGeom prst="rect">
            <a:avLst/>
          </a:prstGeom>
          <a:noFill/>
          <a:ln>
            <a:noFill/>
          </a:ln>
        </p:spPr>
      </p:pic>
      <p:sp>
        <p:nvSpPr>
          <p:cNvPr id="113" name="Google Shape;113;p13"/>
          <p:cNvSpPr/>
          <p:nvPr/>
        </p:nvSpPr>
        <p:spPr>
          <a:xfrm>
            <a:off x="32432350" y="19220588"/>
            <a:ext cx="1111200" cy="5079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3"/>
          <p:cNvSpPr txBox="1"/>
          <p:nvPr/>
        </p:nvSpPr>
        <p:spPr>
          <a:xfrm>
            <a:off x="15509675" y="12166114"/>
            <a:ext cx="12843900" cy="697597"/>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1000"/>
              </a:spcAft>
              <a:buClr>
                <a:schemeClr val="dk1"/>
              </a:buClr>
              <a:buSzPts val="1100"/>
              <a:buFont typeface="Arial"/>
              <a:buNone/>
            </a:pPr>
            <a:r>
              <a:rPr lang="en-US" sz="2500" i="1" dirty="0">
                <a:solidFill>
                  <a:schemeClr val="dk1"/>
                </a:solidFill>
                <a:latin typeface="Calibri"/>
                <a:ea typeface="Calibri"/>
                <a:cs typeface="Calibri"/>
                <a:sym typeface="Calibri"/>
              </a:rPr>
              <a:t>Left to Right, Top to Bottom: [CAPTION HERE]</a:t>
            </a:r>
            <a:endParaRPr sz="2500" i="1" dirty="0">
              <a:solidFill>
                <a:schemeClr val="dk1"/>
              </a:solidFill>
              <a:latin typeface="Calibri"/>
              <a:ea typeface="Calibri"/>
              <a:cs typeface="Calibri"/>
              <a:sym typeface="Calibri"/>
            </a:endParaRPr>
          </a:p>
        </p:txBody>
      </p:sp>
      <p:pic>
        <p:nvPicPr>
          <p:cNvPr id="115" name="Google Shape;115;p13"/>
          <p:cNvPicPr preferRelativeResize="0"/>
          <p:nvPr/>
        </p:nvPicPr>
        <p:blipFill rotWithShape="1">
          <a:blip r:embed="rId10">
            <a:alphaModFix/>
          </a:blip>
          <a:srcRect t="2253" r="1652" b="2244"/>
          <a:stretch/>
        </p:blipFill>
        <p:spPr>
          <a:xfrm>
            <a:off x="29234300" y="19296800"/>
            <a:ext cx="13512002" cy="6237700"/>
          </a:xfrm>
          <a:prstGeom prst="rect">
            <a:avLst/>
          </a:prstGeom>
          <a:noFill/>
          <a:ln>
            <a:noFill/>
          </a:ln>
        </p:spPr>
      </p:pic>
      <p:sp>
        <p:nvSpPr>
          <p:cNvPr id="116" name="Google Shape;116;p13"/>
          <p:cNvSpPr/>
          <p:nvPr/>
        </p:nvSpPr>
        <p:spPr>
          <a:xfrm>
            <a:off x="34472675" y="19498625"/>
            <a:ext cx="1176600" cy="4203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3"/>
          <p:cNvSpPr/>
          <p:nvPr/>
        </p:nvSpPr>
        <p:spPr>
          <a:xfrm>
            <a:off x="31146750" y="19202400"/>
            <a:ext cx="438300" cy="3723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8" name="Google Shape;118;p13"/>
          <p:cNvPicPr preferRelativeResize="0"/>
          <p:nvPr/>
        </p:nvPicPr>
        <p:blipFill rotWithShape="1">
          <a:blip r:embed="rId11">
            <a:alphaModFix/>
          </a:blip>
          <a:srcRect l="987" r="1193"/>
          <a:stretch/>
        </p:blipFill>
        <p:spPr>
          <a:xfrm>
            <a:off x="15441438" y="23862112"/>
            <a:ext cx="12937498" cy="6753525"/>
          </a:xfrm>
          <a:prstGeom prst="rect">
            <a:avLst/>
          </a:prstGeom>
          <a:noFill/>
          <a:ln>
            <a:noFill/>
          </a:ln>
        </p:spPr>
      </p:pic>
      <p:sp>
        <p:nvSpPr>
          <p:cNvPr id="2" name="Google Shape;90;p13">
            <a:extLst>
              <a:ext uri="{FF2B5EF4-FFF2-40B4-BE49-F238E27FC236}">
                <a16:creationId xmlns:a16="http://schemas.microsoft.com/office/drawing/2014/main" id="{E58271B0-2034-8C80-9FF8-C249ACDB8296}"/>
              </a:ext>
            </a:extLst>
          </p:cNvPr>
          <p:cNvSpPr txBox="1"/>
          <p:nvPr/>
        </p:nvSpPr>
        <p:spPr>
          <a:xfrm>
            <a:off x="15482825" y="5983196"/>
            <a:ext cx="12937500" cy="9144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5200" b="1" dirty="0">
                <a:solidFill>
                  <a:srgbClr val="595959"/>
                </a:solidFill>
                <a:latin typeface="Calibri"/>
                <a:ea typeface="Calibri"/>
                <a:cs typeface="Calibri"/>
                <a:sym typeface="Calibri"/>
              </a:rPr>
              <a:t>METHODS</a:t>
            </a:r>
            <a:endParaRPr sz="5200" b="1" dirty="0">
              <a:solidFill>
                <a:srgbClr val="595959"/>
              </a:solidFill>
              <a:latin typeface="Calibri"/>
              <a:ea typeface="Calibri"/>
              <a:cs typeface="Calibri"/>
              <a:sym typeface="Calibri"/>
            </a:endParaRPr>
          </a:p>
          <a:p>
            <a:pPr marL="0" marR="0" lvl="0" indent="0" algn="l" rtl="0">
              <a:spcBef>
                <a:spcPts val="0"/>
              </a:spcBef>
              <a:spcAft>
                <a:spcPts val="0"/>
              </a:spcAft>
              <a:buNone/>
            </a:pPr>
            <a:endParaRPr sz="5200" b="1" dirty="0">
              <a:solidFill>
                <a:srgbClr val="595959"/>
              </a:solidFill>
            </a:endParaRPr>
          </a:p>
        </p:txBody>
      </p:sp>
      <p:pic>
        <p:nvPicPr>
          <p:cNvPr id="4" name="Picture 3">
            <a:extLst>
              <a:ext uri="{FF2B5EF4-FFF2-40B4-BE49-F238E27FC236}">
                <a16:creationId xmlns:a16="http://schemas.microsoft.com/office/drawing/2014/main" id="{B7EA8C8F-81FB-119C-965C-D822DD4D3535}"/>
              </a:ext>
            </a:extLst>
          </p:cNvPr>
          <p:cNvPicPr>
            <a:picLocks noChangeAspect="1"/>
          </p:cNvPicPr>
          <p:nvPr/>
        </p:nvPicPr>
        <p:blipFill>
          <a:blip r:embed="rId12"/>
          <a:stretch>
            <a:fillRect/>
          </a:stretch>
        </p:blipFill>
        <p:spPr>
          <a:xfrm>
            <a:off x="15491440" y="6847150"/>
            <a:ext cx="3886202" cy="5029200"/>
          </a:xfrm>
          <a:prstGeom prst="rect">
            <a:avLst/>
          </a:prstGeom>
        </p:spPr>
      </p:pic>
      <p:pic>
        <p:nvPicPr>
          <p:cNvPr id="6" name="Picture 5">
            <a:extLst>
              <a:ext uri="{FF2B5EF4-FFF2-40B4-BE49-F238E27FC236}">
                <a16:creationId xmlns:a16="http://schemas.microsoft.com/office/drawing/2014/main" id="{9F504187-6AE1-9258-6F72-CE2F22C96A31}"/>
              </a:ext>
            </a:extLst>
          </p:cNvPr>
          <p:cNvPicPr>
            <a:picLocks noChangeAspect="1"/>
          </p:cNvPicPr>
          <p:nvPr/>
        </p:nvPicPr>
        <p:blipFill>
          <a:blip r:embed="rId13"/>
          <a:stretch>
            <a:fillRect/>
          </a:stretch>
        </p:blipFill>
        <p:spPr>
          <a:xfrm>
            <a:off x="20032436" y="6847148"/>
            <a:ext cx="3886201" cy="5029200"/>
          </a:xfrm>
          <a:prstGeom prst="rect">
            <a:avLst/>
          </a:prstGeom>
        </p:spPr>
      </p:pic>
      <p:pic>
        <p:nvPicPr>
          <p:cNvPr id="8" name="Picture 7">
            <a:extLst>
              <a:ext uri="{FF2B5EF4-FFF2-40B4-BE49-F238E27FC236}">
                <a16:creationId xmlns:a16="http://schemas.microsoft.com/office/drawing/2014/main" id="{E72605C7-940F-3A34-46CA-75EAD59E2421}"/>
              </a:ext>
            </a:extLst>
          </p:cNvPr>
          <p:cNvPicPr>
            <a:picLocks noChangeAspect="1"/>
          </p:cNvPicPr>
          <p:nvPr/>
        </p:nvPicPr>
        <p:blipFill>
          <a:blip r:embed="rId14"/>
          <a:stretch>
            <a:fillRect/>
          </a:stretch>
        </p:blipFill>
        <p:spPr>
          <a:xfrm>
            <a:off x="24440441" y="6961867"/>
            <a:ext cx="2997582" cy="2141130"/>
          </a:xfrm>
          <a:prstGeom prst="rect">
            <a:avLst/>
          </a:prstGeom>
        </p:spPr>
      </p:pic>
      <p:pic>
        <p:nvPicPr>
          <p:cNvPr id="10" name="Picture 9">
            <a:extLst>
              <a:ext uri="{FF2B5EF4-FFF2-40B4-BE49-F238E27FC236}">
                <a16:creationId xmlns:a16="http://schemas.microsoft.com/office/drawing/2014/main" id="{B04ACA19-EFE3-4D2C-01F1-113FF44D9346}"/>
              </a:ext>
            </a:extLst>
          </p:cNvPr>
          <p:cNvPicPr>
            <a:picLocks noChangeAspect="1"/>
          </p:cNvPicPr>
          <p:nvPr/>
        </p:nvPicPr>
        <p:blipFill>
          <a:blip r:embed="rId15"/>
          <a:stretch>
            <a:fillRect/>
          </a:stretch>
        </p:blipFill>
        <p:spPr>
          <a:xfrm>
            <a:off x="24434418" y="9749100"/>
            <a:ext cx="2997582" cy="214113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TotalTime>
  <Words>951</Words>
  <Application>Microsoft Office PowerPoint</Application>
  <PresentationFormat>Custom</PresentationFormat>
  <Paragraphs>27</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Woodilla, Mike</dc:creator>
  <cp:lastModifiedBy>Woodilla, Mike</cp:lastModifiedBy>
  <cp:revision>1</cp:revision>
  <dcterms:modified xsi:type="dcterms:W3CDTF">2025-07-28T16:16:01Z</dcterms:modified>
</cp:coreProperties>
</file>